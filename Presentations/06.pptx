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2774-D2CE-0ADB-7CDF-7A795788A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D03CB9-E026-D849-03D0-79545AD16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A8AB9-77DC-E5EB-6DE2-24B5837A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D377D-716D-7593-943F-7FA41AC4A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1E17C-E5A6-7412-C475-2B46C879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15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F83F-4F71-97CC-6108-F53FC13A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E816-86A0-D430-59EA-38FAD6398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BA8F-F102-CE2F-0573-4DF424C9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C3329-A457-37E8-69C4-C3DB1093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A1DEF-077C-063C-EA30-33CB5855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3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5F980-F4CC-1C68-8FFB-16829039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828B1-C273-1D70-0E45-41A0CB8AA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E34CD-9A59-1BD5-DE9A-A69D585D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6EAD8-4F75-06DA-5A4D-07D80086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D474F-7AD6-91F5-EF46-D7D0C403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5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F269-6FC5-0DEC-754D-680ACAB4C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83308-CE10-7AE4-FD12-1B8D5E9085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0A9E1-2744-7C08-DB34-303B15F13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1EC09-CEE7-A39E-5C57-E4809F562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726A3-C7D7-56D7-053A-1E1AE890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D377D-C590-926E-40AA-BF98A904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00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F2C21-04A5-F9DD-A4A7-EA2EB4CFE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B09D0-50A8-BE0E-2B31-C5DF56BEF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0041C-4DF6-9530-173E-27937BC8B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AA8049-B5D6-A87D-586A-990019E7A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999F0-FB90-CAA6-D033-73EED1C2C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8C025B-4F93-5114-E197-4DE0FC829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04756D-6CA6-4B28-FB90-BEA9B64D9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22418E-287B-F803-79BD-2301CA3DE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00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151A-8B68-83D8-CA21-98A27A0A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CABD82-F70B-5458-A832-BDB08391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92A87-776C-F307-343F-1D10427C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5EE63-180A-6E2F-4977-B666AC80A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33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4FBDF4-1B0F-08E7-6ACE-A03F8561E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19A85-6288-93B6-97D3-8CE94DCBE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2C761-CB0F-31DE-CB9F-7D8DE4A9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6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328E-D763-A130-1001-00E6C1C3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ACCC5-C6AC-07BD-C894-9D26DF513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C9442-BCB1-529E-1160-8038782E6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D9DFD-8016-3620-3666-CC1E5BCF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AA2E7-85BE-4208-9261-29465F21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FA8E4-BDFC-EFCA-0A3C-25339BBC6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1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63DD-3855-188B-CEF2-277E4103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24BB5-585B-197F-364E-DF201F2A8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2AADF-2DB0-783F-D9FF-9DEA311A3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C0205-22DA-2DD2-98FC-DF16AB2E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0AF18-CED5-FB16-555C-86BE9CDF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CC10C-03B7-16B5-7E90-B97B8729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73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FC08-0FF5-3EE7-8338-B9F1E26C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0C06B-D98D-C97F-3CDD-22C402E15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9AD56-DA82-DC2D-26CF-DAFEE241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C5CB3-C1A4-E980-379E-5C607E1DC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F6BD5-CC77-72D1-8CD2-E43294D8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3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C1EF2E-E738-DEBF-FE95-54F4B51A5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6E14-7D42-334B-CD4F-59AF535C0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E46D8-79C8-8F44-D225-1F639B71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E6913-93DC-7F8C-95B3-DE76EF26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166B-C557-7968-7AB6-64D7E378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47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605C36-ED2C-E4DC-5E4E-D1A58486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19B7E-062E-2F6E-32D2-2C2841B03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B04EB-05A5-BBBC-3BA4-256B3A4B7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E80EB-2C37-2E4F-B9EF-BB5C116071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07BC-1B56-CF72-4321-B8B8691A9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FB90D-4CD4-0E96-E039-5DA645C30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7DA67-3241-B148-A8AA-F0BB5B59B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2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B24E3C6-092B-3411-2DD1-E596D24D1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bracelet for health monitoring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8F9B2B24-F3B4-BC27-DBC9-1DC3FBB0D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Gladkykh Daria, Fateme Hosseini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01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0653D8-9250-1AD8-8447-E06DC8DF0830}"/>
              </a:ext>
            </a:extLst>
          </p:cNvPr>
          <p:cNvSpPr txBox="1"/>
          <p:nvPr/>
        </p:nvSpPr>
        <p:spPr>
          <a:xfrm>
            <a:off x="693174" y="2075916"/>
            <a:ext cx="108056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system that can detect early signs of heart sclerosis using continuous, non-invasive physiological data collected from a smart bracelet.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analyze patterns in heart rate variability (HRV), pulse waveform morphology, activity levels, and other bio-signals to identify anomalies associated with myocardial fibrosis.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Update: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started implementing the flutter app and finding solutions for the server and data transition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3F241-DD4A-7C64-CD6E-D21EC00686E4}"/>
              </a:ext>
            </a:extLst>
          </p:cNvPr>
          <p:cNvSpPr txBox="1"/>
          <p:nvPr/>
        </p:nvSpPr>
        <p:spPr>
          <a:xfrm>
            <a:off x="698090" y="651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282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DACCFD-438F-5D4E-DE29-6BE5730450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1" t="32540" r="4289" b="9441"/>
          <a:stretch>
            <a:fillRect/>
          </a:stretch>
        </p:blipFill>
        <p:spPr>
          <a:xfrm>
            <a:off x="7623467" y="531340"/>
            <a:ext cx="4053670" cy="448550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DBEC56-19BE-4DB2-105B-946AED1CF7B8}"/>
              </a:ext>
            </a:extLst>
          </p:cNvPr>
          <p:cNvSpPr txBox="1"/>
          <p:nvPr/>
        </p:nvSpPr>
        <p:spPr>
          <a:xfrm>
            <a:off x="698090" y="651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received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bangle.js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18BD3-10B7-24DE-AB58-EEB8004A01A3}"/>
              </a:ext>
            </a:extLst>
          </p:cNvPr>
          <p:cNvSpPr txBox="1"/>
          <p:nvPr/>
        </p:nvSpPr>
        <p:spPr>
          <a:xfrm>
            <a:off x="693174" y="2075916"/>
            <a:ext cx="64243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watch is connected to the flutter app and can record and send data we need (HR and Accel)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now we store them as CSV files on our laptop for testing and development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1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128</Words>
  <Application>Microsoft Macintosh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AI bracelet for health monitoring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HOSSEINI</dc:creator>
  <cp:lastModifiedBy>FATEME HOSSEINI</cp:lastModifiedBy>
  <cp:revision>7</cp:revision>
  <dcterms:created xsi:type="dcterms:W3CDTF">2025-12-11T08:22:42Z</dcterms:created>
  <dcterms:modified xsi:type="dcterms:W3CDTF">2025-12-11T10:07:20Z</dcterms:modified>
</cp:coreProperties>
</file>