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/>
    <p:restoredTop sz="94641"/>
  </p:normalViewPr>
  <p:slideViewPr>
    <p:cSldViewPr snapToGrid="0">
      <p:cViewPr varScale="1">
        <p:scale>
          <a:sx n="141" d="100"/>
          <a:sy n="141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3980-F85F-6FE6-9A3C-737FEF1A1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FCB53-402C-7D49-8CD5-0F1394721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B7D2B-7A03-D3CE-4E5E-FB332036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E62F4-E5FB-2B17-FBDE-491BF8106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24E1C-06FF-B9FF-85FD-0CD35A59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2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47FD-B507-4CE4-707E-94F1261E9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DAA39-7C13-4C3D-5B2E-163B2CDB4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15F1C-C4F4-14DB-B7B2-1E252BC8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1CD3E-6448-02A8-7789-8203ED74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74EE7-65D6-C43C-493A-67935B8E8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398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90A9-5020-E6EB-4B36-C87D0D3BD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B923A-7C6F-CB7A-05D9-C3ED7895A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521DC-73E2-577E-3344-0BA8E3E7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05D02-6175-FFA6-DC93-D60BF38F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2C52-865C-BECD-4738-14E42CE4A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80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EF69-D3ED-E89B-BF71-27DC9C03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8DC4-191B-3244-4772-6AAB47BCA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F8425-882E-19EC-7B1A-470D1F0DC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4945A-F3E8-B718-1DA7-4A93E872B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99EBD-5F6A-A53C-965C-E7B38F19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C9E4B-63DC-B83B-C911-189D67A2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5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94C88-E23C-A8AD-2A62-400F56525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A1553-1CA4-AB16-4267-0550287C8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D6592-74A5-F197-FEF0-71156AE64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9489F-CEDC-29E5-296F-FEC83047B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C56A4-DF8C-549E-38B8-A6757209F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9FFB4-A511-358B-1923-DE17527E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D4FBF-B4F2-DF95-3184-4FDAB88C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EA1ECF-433D-6988-5EF6-760FBF53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83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661A-6E9A-C488-005A-476E3DEC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B21FE6-6B99-76DD-3803-02298BBE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D6EF0-E0B0-9E1E-4ADB-BDAC1263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6B5976-2126-1CC2-7D4A-4B789CC5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1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0641EC-7DCA-C7BC-7C88-36669CDC3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768AFA-20E6-B3C3-434C-890768FF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9C9C-581A-3121-F299-975823591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12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9BE5-05AB-76C6-281B-E4BEC189F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A740-1894-0D72-D7F7-206E58BC2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55C02-7CEF-0909-D15E-D32B61D49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5DB4F0-5CC0-95D9-96A0-41E3806F1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2D7FF-4D88-FA6C-E536-824D6AAD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917C1-D665-777D-23C5-E6F71800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07C1-5167-0319-0FC0-E4FEF21A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899CA-E50E-358B-075B-32BFF3ECC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52CFF-963C-C7EF-3B88-717039F68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C199E-3440-DB4C-34A0-CE1E866E2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A7565-DC32-D3D9-A137-EF6843D0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76912-0B86-294D-1750-F701DDF4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7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BB2E-9FA5-804E-6AC0-8FE0FAE2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6E4D4-8F71-EC6E-831F-C5584808E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010DB-C104-9580-4C3F-6C59864B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4FF48-B65A-5262-B8EC-1F225A87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95EB5-3959-B12F-485F-4B896F0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2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6566C-E147-17B2-BC0D-E900D0647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8B0913-1D92-29A5-4B9A-918FDC04D4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F727D-A189-FC92-876C-BA68D90F7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4A931-C8C4-0D18-2E2C-43363FED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1E68A-B5EE-A3AB-618C-A92353F22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75DE2A-4842-8EC8-96FE-343523908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3176B-2D38-EE5F-211B-A30F50E52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4D6F5-AA69-EE90-4125-BC6174896C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D67F2-AD4D-504F-B405-555938C546FC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78A9C-E3CF-DE09-E9B8-C37C3D008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0FD9A-C8AA-7C10-CB0F-A830EA4E8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E2018-5DCB-C94E-9313-0B20E6BAD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9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7B24E3C6-092B-3411-2DD1-E596D24D1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bracelet for health monitoring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8F9B2B24-F3B4-BC27-DBC9-1DC3FBB0D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Gladkykh Daria, Fateme Hosseini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011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653D8-9250-1AD8-8447-E06DC8DF0830}"/>
              </a:ext>
            </a:extLst>
          </p:cNvPr>
          <p:cNvSpPr txBox="1"/>
          <p:nvPr/>
        </p:nvSpPr>
        <p:spPr>
          <a:xfrm>
            <a:off x="693174" y="2075916"/>
            <a:ext cx="108056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system that can detect early signs of heart sclerosis using continuous, non-invasive physiological data collected from a smart bracelet.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analyze patterns in heart rate variability (HRV), pulse waveform morphology, activity levels, and other bio-signals to identify anomalies associated with myocardial fibrosis.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Today’s Update: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started implementing the flutter app and finding solutions for the server and data transition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3F241-DD4A-7C64-CD6E-D21EC00686E4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823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34260C7B-F902-1E40-419A-1BD6283E93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15"/>
          <a:stretch>
            <a:fillRect/>
          </a:stretch>
        </p:blipFill>
        <p:spPr>
          <a:xfrm>
            <a:off x="6452036" y="1468666"/>
            <a:ext cx="2333814" cy="48466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60A4C30F-31EB-9368-769D-80AF165BA0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45"/>
          <a:stretch>
            <a:fillRect/>
          </a:stretch>
        </p:blipFill>
        <p:spPr>
          <a:xfrm>
            <a:off x="9325149" y="1468666"/>
            <a:ext cx="2338591" cy="4839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D14699D-0D1F-E68E-CBEE-61F584CF6B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73"/>
          <a:stretch>
            <a:fillRect/>
          </a:stretch>
        </p:blipFill>
        <p:spPr>
          <a:xfrm>
            <a:off x="3575063" y="1468666"/>
            <a:ext cx="2337674" cy="48466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FB6BFFEE-4A43-1702-9E23-F32E684B047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07"/>
          <a:stretch>
            <a:fillRect/>
          </a:stretch>
        </p:blipFill>
        <p:spPr>
          <a:xfrm>
            <a:off x="698090" y="1475421"/>
            <a:ext cx="2337674" cy="48398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ECD646-6F96-18DC-6EDD-9C869C1A4443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flutter app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26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886721-3636-E861-B221-0144B09B4029}"/>
              </a:ext>
            </a:extLst>
          </p:cNvPr>
          <p:cNvSpPr txBox="1"/>
          <p:nvPr/>
        </p:nvSpPr>
        <p:spPr>
          <a:xfrm>
            <a:off x="698090" y="1789206"/>
            <a:ext cx="104553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[Bracelet] </a:t>
            </a:r>
          </a:p>
          <a:p>
            <a:r>
              <a:rPr lang="en-US" dirty="0"/>
              <a:t>    → (via phone app or direct) </a:t>
            </a:r>
          </a:p>
          <a:p>
            <a:r>
              <a:rPr lang="en-US" dirty="0"/>
              <a:t>        → HTTPS POST/GET to Flask server (hosted in Romania)</a:t>
            </a:r>
          </a:p>
          <a:p>
            <a:r>
              <a:rPr lang="en-US" dirty="0"/>
              <a:t>            → Flask saves data to PostgreSQL / MySQL</a:t>
            </a:r>
          </a:p>
          <a:p>
            <a:r>
              <a:rPr lang="en-US" dirty="0"/>
              <a:t>          </a:t>
            </a:r>
          </a:p>
          <a:p>
            <a:endParaRPr lang="en-US" dirty="0"/>
          </a:p>
          <a:p>
            <a:r>
              <a:rPr lang="en-US" dirty="0"/>
              <a:t>Optional solution here: Use </a:t>
            </a:r>
            <a:r>
              <a:rPr lang="en-US" dirty="0" err="1"/>
              <a:t>Supabase</a:t>
            </a:r>
            <a:r>
              <a:rPr lang="en-US" dirty="0"/>
              <a:t> backend (self-hosted or managed)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0B8ED-A0B3-AF1F-F47C-579688BD1ED7}"/>
              </a:ext>
            </a:extLst>
          </p:cNvPr>
          <p:cNvSpPr txBox="1"/>
          <p:nvPr/>
        </p:nvSpPr>
        <p:spPr>
          <a:xfrm>
            <a:off x="698090" y="6510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solution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87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139</Words>
  <Application>Microsoft Macintosh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AI bracelet for health monitoring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HOSSEINI</dc:creator>
  <cp:lastModifiedBy>FATEME HOSSEINI</cp:lastModifiedBy>
  <cp:revision>3</cp:revision>
  <dcterms:created xsi:type="dcterms:W3CDTF">2025-11-27T07:57:27Z</dcterms:created>
  <dcterms:modified xsi:type="dcterms:W3CDTF">2025-11-27T10:04:34Z</dcterms:modified>
</cp:coreProperties>
</file>