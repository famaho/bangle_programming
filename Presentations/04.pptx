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67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05"/>
    <p:restoredTop sz="94573"/>
  </p:normalViewPr>
  <p:slideViewPr>
    <p:cSldViewPr snapToGrid="0">
      <p:cViewPr varScale="1">
        <p:scale>
          <a:sx n="113" d="100"/>
          <a:sy n="113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B3C4-8142-7268-578E-B880B2F06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3ED91-DD8A-0F4A-98BE-8295FBAA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F90E6-971D-AB2F-93D3-C9133F5D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FC7B1-9D60-14C5-F753-D17B469EB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BB7E1-8662-614A-8AAA-1B6794D8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2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B2548-B112-D48C-C8DB-290501BB4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B69D9-AF6F-6E76-DC62-6E53B20FB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0A7C7-8DB6-8E35-AC3B-068E0FA2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67834-BFB7-7CFF-5A13-6415C5DF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4AAF2-2713-7FB6-D2BF-B317009A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F65B-3678-F412-9E76-B33FA7FC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7B8D8-5470-AC7E-9F25-242DA73DC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C2E40-37B2-C1B2-2162-C2274DF3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74122-36B6-F32B-091E-FB30FE9D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275FA-4AD6-45F7-4ABA-67A88D5F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0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E8D4-5BC0-5C69-209D-A2E33B79C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2E0D2-F384-CC4C-36B5-0DF8D2A43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EFB00-2D2C-0C9C-7966-62155EFEE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D55AF-C9A3-5EE5-90B5-CCDA2385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87E33-6599-FDC3-C727-42BB59B9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FF288-1B3A-8FC3-D98C-745D3F800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4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47FB-CBE5-34E8-7D5E-F6795E608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F9AA1-E84E-72AB-9BA1-3243D1BFF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0A16B-B369-7EAC-D6EC-8CF294EF1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A6EC1-6E4B-0EA2-407A-EB6185B03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A3431-888E-DCAD-58FA-92FE37A7A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FF4C7-9AD2-51B2-CE97-742F1C9A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8F0B0-182D-625C-952D-26568E68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A8B49-E560-A4A6-DBC8-7F7E9E83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5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D817-F28C-0559-8E65-0C66C3A4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FF848-1F96-AB52-3297-EAEAA741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1CA75-7901-EEBB-7613-CFFABC628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5B1E9-0786-CCBE-CD69-47C40FD8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5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853AD8-230A-6824-7DA4-798326F4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FD85C-EAFA-73C6-584F-54F281AE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EC140-BF68-F5CF-8B30-0F241DA4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0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98C3C-2616-A98E-A75A-86574B28C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78DE0-41D2-30AF-D902-836D0766F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CB2A4-2628-9AFF-BBFC-030B9942F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933BF-9EDD-A7CD-850C-BD20FBD8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426DF-8424-4CC3-C521-AD53C5947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7BD2B-59B4-ECD8-DDE4-804B8C50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0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D488-DF88-1B17-91EE-F67E6D067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8C5DC4-E62D-3CA1-1114-261212A5E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209C8-50BD-A23D-B1AB-1E56B7055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D1B7F-5B1F-897B-CEFF-7ED3C102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42CF8-782F-594D-DC5B-FD5F3D60A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D4959-182C-78B0-9999-E5622145A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1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6B7E-DFDD-221E-B654-D1D5737F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72A62-64AD-340D-E661-98104445B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B1700-04B3-5FEA-7B76-4BFFEDB9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787AB-ADA3-772E-31FE-4764914D2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F6717-04A7-5F06-3116-E7B2195E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C391D4-9E58-380F-AA38-03469955F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809F6-3634-A32F-8FF4-E776CB16D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F4615-778E-9833-839A-BE393AFB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52E73-455B-B4FB-BB5C-F42E9187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42DF5-6243-820E-0E00-9EF4F3FB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9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574A2-359B-18C2-C6DF-ACF9C7E7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3487E-4A9D-2B0A-DAC6-5ECDB3F2C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BAFFF-50CF-77B1-285C-C1F643E00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E95F2-3FE2-6949-8D11-960A9838111B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2999D-154B-DD4F-E958-F35DAE00F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6DCE-FAD2-1FDB-4EEF-B16833991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042F7-09D3-7149-B7D0-E71F6022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4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B24E3C6-092B-3411-2DD1-E596D24D1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bracelet for health monitoring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8F9B2B24-F3B4-BC27-DBC9-1DC3FBB0D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Gladkykh Daria, Fateme Hosseini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1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653D8-9250-1AD8-8447-E06DC8DF0830}"/>
              </a:ext>
            </a:extLst>
          </p:cNvPr>
          <p:cNvSpPr txBox="1"/>
          <p:nvPr/>
        </p:nvSpPr>
        <p:spPr>
          <a:xfrm>
            <a:off x="693174" y="2075916"/>
            <a:ext cx="108056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system that can detect early signs of heart sclerosis using continuous, non-invasive physiological data collected from a smart bracelet.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analyze patterns in heart rate variability (HRV), pulse waveform morphology, activity levels, and other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biosignals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anomalies associated with myocardial fibrosis.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Update: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of foundational AI model and new smart watch that we will 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3F241-DD4A-7C64-CD6E-D21EC00686E4}"/>
              </a:ext>
            </a:extLst>
          </p:cNvPr>
          <p:cNvSpPr txBox="1"/>
          <p:nvPr/>
        </p:nvSpPr>
        <p:spPr>
          <a:xfrm>
            <a:off x="698090" y="651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82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F914-BFC8-FF5E-30B8-5B05E89D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A906F2-3051-B88B-F238-C8B0AC0B8E84}"/>
              </a:ext>
            </a:extLst>
          </p:cNvPr>
          <p:cNvSpPr txBox="1"/>
          <p:nvPr/>
        </p:nvSpPr>
        <p:spPr>
          <a:xfrm>
            <a:off x="693174" y="1703384"/>
            <a:ext cx="108056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Process: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multiple machine learning algorithms including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(98.6%), Random Forest (98.2%), Neural Networks (95.8%), and Logistic Regression (91.6%) to understand which approaches work best for physiological data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extract meaningful features from PPG signals including HRV metrics, pulse morphology, and signal quality indicators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Techniques: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experience with cross-validation methods (k=5 folds showing 98.2% ± 1.2% for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cross-dataset testing to ensure model reliability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Impact: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critical importance of clean, filtered data versus noisy real-world sensor data. Motion artifacts can corrupt up to 44.6% of data windows.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PPG-based wearable sensors can capture sufficient physiological information for heart health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the best overall performance with 98.6% accuracy and 99.4% sensitivity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artifacts are a major challenge requiring specialized handling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489C6-1C1D-5020-35E9-E83460F5C5A4}"/>
              </a:ext>
            </a:extLst>
          </p:cNvPr>
          <p:cNvSpPr txBox="1"/>
          <p:nvPr/>
        </p:nvSpPr>
        <p:spPr>
          <a:xfrm>
            <a:off x="698090" y="651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Learning &amp; Development Process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962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B41C-39E4-0E62-1742-3B78F724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873CEC-3D9A-0D0C-A129-D5C4E2761D13}"/>
              </a:ext>
            </a:extLst>
          </p:cNvPr>
          <p:cNvSpPr txBox="1"/>
          <p:nvPr/>
        </p:nvSpPr>
        <p:spPr>
          <a:xfrm>
            <a:off x="511277" y="684128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Progress Update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E9E743-5B84-9F37-3777-D338EF92D495}"/>
              </a:ext>
            </a:extLst>
          </p:cNvPr>
          <p:cNvSpPr txBox="1"/>
          <p:nvPr/>
        </p:nvSpPr>
        <p:spPr>
          <a:xfrm>
            <a:off x="511277" y="1903582"/>
            <a:ext cx="10732455" cy="15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accelerometer with heart rate sensor (PPG - MAX30102)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 clean, synchronized data from both sensors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tried to connect the heart rate sensor directly to the T-Watch S3 Plus - devices detect each other but still we need to have improvements on this, because it’s not possible to wear for now. Most probably we will work with the </a:t>
            </a:r>
            <a:r>
              <a:rPr lang="en-CA" sz="1600" dirty="0"/>
              <a:t>constraints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096CB6-FEAF-4A92-3F98-E7CC6B63FDF0}"/>
              </a:ext>
            </a:extLst>
          </p:cNvPr>
          <p:cNvSpPr txBox="1"/>
          <p:nvPr/>
        </p:nvSpPr>
        <p:spPr>
          <a:xfrm>
            <a:off x="511277" y="378561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Hardware Step: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Bangle.js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Smart Watch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28751-5556-BD24-EBA9-D62EEE3CF943}"/>
              </a:ext>
            </a:extLst>
          </p:cNvPr>
          <p:cNvSpPr txBox="1"/>
          <p:nvPr/>
        </p:nvSpPr>
        <p:spPr>
          <a:xfrm>
            <a:off x="511276" y="4511556"/>
            <a:ext cx="10732455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ordered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Bangle.js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smartwatch which addresses our current hardware limitations (Built-in Heart Rate Monitor, accelerometer, GPS, magnetometer, pressure sensor) + it has a good battery life (Up to 4 weeks normal use)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 Bluetooth LE for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128426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E4FF0-75F8-CC07-15E5-ED5D807D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D82DBD-16FF-9B7C-5969-EEB824FB5C71}"/>
              </a:ext>
            </a:extLst>
          </p:cNvPr>
          <p:cNvSpPr txBox="1"/>
          <p:nvPr/>
        </p:nvSpPr>
        <p:spPr>
          <a:xfrm>
            <a:off x="511277" y="684128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7F4F28-39BB-E0FF-ABD1-FB271C2EA1DE}"/>
              </a:ext>
            </a:extLst>
          </p:cNvPr>
          <p:cNvSpPr txBox="1"/>
          <p:nvPr/>
        </p:nvSpPr>
        <p:spPr>
          <a:xfrm>
            <a:off x="511277" y="1895750"/>
            <a:ext cx="10732455" cy="2264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Data Collection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Bangle.js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Configuration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connection communication for smooth, automatic reconnection.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design for the watches so they could really be wearable.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buffering and timestamp synchronization between accelerometer and PPG.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structure signals for later correlation (e.g., HRV, activity trends, HR spikes).</a:t>
            </a:r>
          </a:p>
        </p:txBody>
      </p:sp>
    </p:spTree>
    <p:extLst>
      <p:ext uri="{BB962C8B-B14F-4D97-AF65-F5344CB8AC3E}">
        <p14:creationId xmlns:p14="http://schemas.microsoft.com/office/powerpoint/2010/main" val="275032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448</Words>
  <Application>Microsoft Macintosh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AI bracelet for health monitoring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HOSSEINI</dc:creator>
  <cp:lastModifiedBy>FATEME HOSSEINI</cp:lastModifiedBy>
  <cp:revision>10</cp:revision>
  <dcterms:created xsi:type="dcterms:W3CDTF">2025-11-13T07:32:27Z</dcterms:created>
  <dcterms:modified xsi:type="dcterms:W3CDTF">2025-11-13T09:03:50Z</dcterms:modified>
</cp:coreProperties>
</file>