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57" r:id="rId9"/>
    <p:sldId id="266" r:id="rId10"/>
    <p:sldId id="267" r:id="rId11"/>
    <p:sldId id="258" r:id="rId12"/>
    <p:sldId id="25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8364E-B58E-493F-9717-4658A8830310}" v="6" dt="2025-10-22T07:34:22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24"/>
    <p:restoredTop sz="94649"/>
  </p:normalViewPr>
  <p:slideViewPr>
    <p:cSldViewPr snapToGrid="0">
      <p:cViewPr varScale="1">
        <p:scale>
          <a:sx n="140" d="100"/>
          <a:sy n="140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a Gladkykh" userId="24941765aa6cf21a" providerId="LiveId" clId="{62F344CA-1556-44BF-8AA0-44F6F78B089D}"/>
    <pc:docChg chg="undo custSel addSld delSld modSld sldOrd">
      <pc:chgData name="Daria Gladkykh" userId="24941765aa6cf21a" providerId="LiveId" clId="{62F344CA-1556-44BF-8AA0-44F6F78B089D}" dt="2025-10-22T07:35:16.561" v="160" actId="20577"/>
      <pc:docMkLst>
        <pc:docMk/>
      </pc:docMkLst>
      <pc:sldChg chg="addSp delSp modSp new mod">
        <pc:chgData name="Daria Gladkykh" userId="24941765aa6cf21a" providerId="LiveId" clId="{62F344CA-1556-44BF-8AA0-44F6F78B089D}" dt="2025-10-22T06:31:14.156" v="5"/>
        <pc:sldMkLst>
          <pc:docMk/>
          <pc:sldMk cId="4134011097" sldId="256"/>
        </pc:sldMkLst>
        <pc:spChg chg="del">
          <ac:chgData name="Daria Gladkykh" userId="24941765aa6cf21a" providerId="LiveId" clId="{62F344CA-1556-44BF-8AA0-44F6F78B089D}" dt="2025-10-22T06:31:11.454" v="3" actId="478"/>
          <ac:spMkLst>
            <pc:docMk/>
            <pc:sldMk cId="4134011097" sldId="256"/>
            <ac:spMk id="2" creationId="{1D22049A-7312-2767-4EEE-DDD3F57C97DB}"/>
          </ac:spMkLst>
        </pc:spChg>
        <pc:spChg chg="del">
          <ac:chgData name="Daria Gladkykh" userId="24941765aa6cf21a" providerId="LiveId" clId="{62F344CA-1556-44BF-8AA0-44F6F78B089D}" dt="2025-10-22T06:31:12.949" v="4" actId="478"/>
          <ac:spMkLst>
            <pc:docMk/>
            <pc:sldMk cId="4134011097" sldId="256"/>
            <ac:spMk id="3" creationId="{8FBFCE3A-DA0D-6AB9-1838-8A946068CA15}"/>
          </ac:spMkLst>
        </pc:spChg>
        <pc:spChg chg="add mod">
          <ac:chgData name="Daria Gladkykh" userId="24941765aa6cf21a" providerId="LiveId" clId="{62F344CA-1556-44BF-8AA0-44F6F78B089D}" dt="2025-10-22T06:31:07.485" v="2"/>
          <ac:spMkLst>
            <pc:docMk/>
            <pc:sldMk cId="4134011097" sldId="256"/>
            <ac:spMk id="4" creationId="{FBAD52E4-C1A0-2264-8A69-D6C11BF5640B}"/>
          </ac:spMkLst>
        </pc:spChg>
        <pc:spChg chg="add mod">
          <ac:chgData name="Daria Gladkykh" userId="24941765aa6cf21a" providerId="LiveId" clId="{62F344CA-1556-44BF-8AA0-44F6F78B089D}" dt="2025-10-22T06:31:07.485" v="2"/>
          <ac:spMkLst>
            <pc:docMk/>
            <pc:sldMk cId="4134011097" sldId="256"/>
            <ac:spMk id="5" creationId="{2E58DA75-C82C-A1C1-1FA2-7A8088D48EB0}"/>
          </ac:spMkLst>
        </pc:spChg>
        <pc:spChg chg="add mod">
          <ac:chgData name="Daria Gladkykh" userId="24941765aa6cf21a" providerId="LiveId" clId="{62F344CA-1556-44BF-8AA0-44F6F78B089D}" dt="2025-10-22T06:31:14.156" v="5"/>
          <ac:spMkLst>
            <pc:docMk/>
            <pc:sldMk cId="4134011097" sldId="256"/>
            <ac:spMk id="6" creationId="{7B24E3C6-092B-3411-2DD1-E596D24D1609}"/>
          </ac:spMkLst>
        </pc:spChg>
        <pc:spChg chg="add mod">
          <ac:chgData name="Daria Gladkykh" userId="24941765aa6cf21a" providerId="LiveId" clId="{62F344CA-1556-44BF-8AA0-44F6F78B089D}" dt="2025-10-22T06:31:14.156" v="5"/>
          <ac:spMkLst>
            <pc:docMk/>
            <pc:sldMk cId="4134011097" sldId="256"/>
            <ac:spMk id="7" creationId="{8F9B2B24-F3B4-BC27-DBC9-1DC3FBB0D2BD}"/>
          </ac:spMkLst>
        </pc:spChg>
      </pc:sldChg>
      <pc:sldChg chg="addSp modSp new mod">
        <pc:chgData name="Daria Gladkykh" userId="24941765aa6cf21a" providerId="LiveId" clId="{62F344CA-1556-44BF-8AA0-44F6F78B089D}" dt="2025-10-22T07:26:35.295" v="96" actId="20577"/>
        <pc:sldMkLst>
          <pc:docMk/>
          <pc:sldMk cId="2863433671" sldId="257"/>
        </pc:sldMkLst>
        <pc:spChg chg="add mod">
          <ac:chgData name="Daria Gladkykh" userId="24941765aa6cf21a" providerId="LiveId" clId="{62F344CA-1556-44BF-8AA0-44F6F78B089D}" dt="2025-10-22T07:26:35.295" v="96" actId="20577"/>
          <ac:spMkLst>
            <pc:docMk/>
            <pc:sldMk cId="2863433671" sldId="257"/>
            <ac:spMk id="3" creationId="{9CCDEF09-20BB-A75F-E792-1898DED736B9}"/>
          </ac:spMkLst>
        </pc:spChg>
        <pc:spChg chg="add mod">
          <ac:chgData name="Daria Gladkykh" userId="24941765aa6cf21a" providerId="LiveId" clId="{62F344CA-1556-44BF-8AA0-44F6F78B089D}" dt="2025-10-22T07:26:13.038" v="87" actId="1076"/>
          <ac:spMkLst>
            <pc:docMk/>
            <pc:sldMk cId="2863433671" sldId="257"/>
            <ac:spMk id="5" creationId="{34CF5C72-4E3E-0B52-BD1D-7FC00210D5CD}"/>
          </ac:spMkLst>
        </pc:spChg>
      </pc:sldChg>
      <pc:sldChg chg="new del">
        <pc:chgData name="Daria Gladkykh" userId="24941765aa6cf21a" providerId="LiveId" clId="{62F344CA-1556-44BF-8AA0-44F6F78B089D}" dt="2025-10-22T06:31:19.400" v="7" actId="680"/>
        <pc:sldMkLst>
          <pc:docMk/>
          <pc:sldMk cId="3574280507" sldId="257"/>
        </pc:sldMkLst>
      </pc:sldChg>
      <pc:sldChg chg="addSp modSp new mod">
        <pc:chgData name="Daria Gladkykh" userId="24941765aa6cf21a" providerId="LiveId" clId="{62F344CA-1556-44BF-8AA0-44F6F78B089D}" dt="2025-10-22T07:34:30.994" v="149" actId="20577"/>
        <pc:sldMkLst>
          <pc:docMk/>
          <pc:sldMk cId="2246832500" sldId="258"/>
        </pc:sldMkLst>
        <pc:spChg chg="add mod">
          <ac:chgData name="Daria Gladkykh" userId="24941765aa6cf21a" providerId="LiveId" clId="{62F344CA-1556-44BF-8AA0-44F6F78B089D}" dt="2025-10-22T07:34:30.994" v="149" actId="20577"/>
          <ac:spMkLst>
            <pc:docMk/>
            <pc:sldMk cId="2246832500" sldId="258"/>
            <ac:spMk id="3" creationId="{76708F26-FF27-7837-78F2-9C7EF1317ABA}"/>
          </ac:spMkLst>
        </pc:spChg>
        <pc:spChg chg="add mod">
          <ac:chgData name="Daria Gladkykh" userId="24941765aa6cf21a" providerId="LiveId" clId="{62F344CA-1556-44BF-8AA0-44F6F78B089D}" dt="2025-10-22T07:33:40.419" v="100" actId="1076"/>
          <ac:spMkLst>
            <pc:docMk/>
            <pc:sldMk cId="2246832500" sldId="258"/>
            <ac:spMk id="5" creationId="{B5AC7AD8-D7C3-4E84-01FF-5634A0567D2C}"/>
          </ac:spMkLst>
        </pc:spChg>
      </pc:sldChg>
      <pc:sldChg chg="addSp modSp new mod">
        <pc:chgData name="Daria Gladkykh" userId="24941765aa6cf21a" providerId="LiveId" clId="{62F344CA-1556-44BF-8AA0-44F6F78B089D}" dt="2025-10-22T07:35:16.561" v="160" actId="20577"/>
        <pc:sldMkLst>
          <pc:docMk/>
          <pc:sldMk cId="1456786800" sldId="259"/>
        </pc:sldMkLst>
        <pc:spChg chg="add mod">
          <ac:chgData name="Daria Gladkykh" userId="24941765aa6cf21a" providerId="LiveId" clId="{62F344CA-1556-44BF-8AA0-44F6F78B089D}" dt="2025-10-22T07:35:16.561" v="160" actId="20577"/>
          <ac:spMkLst>
            <pc:docMk/>
            <pc:sldMk cId="1456786800" sldId="259"/>
            <ac:spMk id="3" creationId="{77C1B28D-682F-7470-5BB8-68DEF75EDC02}"/>
          </ac:spMkLst>
        </pc:spChg>
        <pc:spChg chg="add mod">
          <ac:chgData name="Daria Gladkykh" userId="24941765aa6cf21a" providerId="LiveId" clId="{62F344CA-1556-44BF-8AA0-44F6F78B089D}" dt="2025-10-22T07:34:42.801" v="153" actId="1076"/>
          <ac:spMkLst>
            <pc:docMk/>
            <pc:sldMk cId="1456786800" sldId="259"/>
            <ac:spMk id="5" creationId="{9AD53DAE-C5D1-BFFC-EBEF-D4E9B9BEC641}"/>
          </ac:spMkLst>
        </pc:spChg>
      </pc:sldChg>
      <pc:sldChg chg="addSp modSp new mod ord">
        <pc:chgData name="Daria Gladkykh" userId="24941765aa6cf21a" providerId="LiveId" clId="{62F344CA-1556-44BF-8AA0-44F6F78B089D}" dt="2025-10-22T07:21:18.566" v="50" actId="1076"/>
        <pc:sldMkLst>
          <pc:docMk/>
          <pc:sldMk cId="4073673276" sldId="260"/>
        </pc:sldMkLst>
        <pc:spChg chg="add mod">
          <ac:chgData name="Daria Gladkykh" userId="24941765aa6cf21a" providerId="LiveId" clId="{62F344CA-1556-44BF-8AA0-44F6F78B089D}" dt="2025-10-22T07:21:18.566" v="50" actId="1076"/>
          <ac:spMkLst>
            <pc:docMk/>
            <pc:sldMk cId="4073673276" sldId="260"/>
            <ac:spMk id="3" creationId="{62568234-100F-303C-81F2-A54782636172}"/>
          </ac:spMkLst>
        </pc:spChg>
        <pc:spChg chg="add mod">
          <ac:chgData name="Daria Gladkykh" userId="24941765aa6cf21a" providerId="LiveId" clId="{62F344CA-1556-44BF-8AA0-44F6F78B089D}" dt="2025-10-22T07:20:11.441" v="29" actId="20577"/>
          <ac:spMkLst>
            <pc:docMk/>
            <pc:sldMk cId="4073673276" sldId="260"/>
            <ac:spMk id="5" creationId="{86C58A8A-CBB5-4941-BC15-718105A7B7C2}"/>
          </ac:spMkLst>
        </pc:spChg>
      </pc:sldChg>
      <pc:sldChg chg="addSp modSp new mod">
        <pc:chgData name="Daria Gladkykh" userId="24941765aa6cf21a" providerId="LiveId" clId="{62F344CA-1556-44BF-8AA0-44F6F78B089D}" dt="2025-10-22T07:21:11.927" v="48" actId="1076"/>
        <pc:sldMkLst>
          <pc:docMk/>
          <pc:sldMk cId="3832823282" sldId="261"/>
        </pc:sldMkLst>
        <pc:spChg chg="add mod">
          <ac:chgData name="Daria Gladkykh" userId="24941765aa6cf21a" providerId="LiveId" clId="{62F344CA-1556-44BF-8AA0-44F6F78B089D}" dt="2025-10-22T07:21:11.927" v="48" actId="1076"/>
          <ac:spMkLst>
            <pc:docMk/>
            <pc:sldMk cId="3832823282" sldId="261"/>
            <ac:spMk id="3" creationId="{430653D8-9250-1AD8-8447-E06DC8DF0830}"/>
          </ac:spMkLst>
        </pc:spChg>
        <pc:spChg chg="add mod">
          <ac:chgData name="Daria Gladkykh" userId="24941765aa6cf21a" providerId="LiveId" clId="{62F344CA-1556-44BF-8AA0-44F6F78B089D}" dt="2025-10-22T07:20:48.942" v="39" actId="20577"/>
          <ac:spMkLst>
            <pc:docMk/>
            <pc:sldMk cId="3832823282" sldId="261"/>
            <ac:spMk id="5" creationId="{1E33F241-DD4A-7C64-CD6E-D21EC00686E4}"/>
          </ac:spMkLst>
        </pc:spChg>
      </pc:sldChg>
      <pc:sldChg chg="addSp modSp new mod">
        <pc:chgData name="Daria Gladkykh" userId="24941765aa6cf21a" providerId="LiveId" clId="{62F344CA-1556-44BF-8AA0-44F6F78B089D}" dt="2025-10-22T07:21:48.710" v="63" actId="20577"/>
        <pc:sldMkLst>
          <pc:docMk/>
          <pc:sldMk cId="2461667626" sldId="262"/>
        </pc:sldMkLst>
        <pc:spChg chg="add mod">
          <ac:chgData name="Daria Gladkykh" userId="24941765aa6cf21a" providerId="LiveId" clId="{62F344CA-1556-44BF-8AA0-44F6F78B089D}" dt="2025-10-22T07:21:48.710" v="63" actId="20577"/>
          <ac:spMkLst>
            <pc:docMk/>
            <pc:sldMk cId="2461667626" sldId="262"/>
            <ac:spMk id="3" creationId="{9EB80614-EA8C-1354-5327-4DE49AF1FAE9}"/>
          </ac:spMkLst>
        </pc:spChg>
        <pc:spChg chg="add mod">
          <ac:chgData name="Daria Gladkykh" userId="24941765aa6cf21a" providerId="LiveId" clId="{62F344CA-1556-44BF-8AA0-44F6F78B089D}" dt="2025-10-22T07:21:33.464" v="56" actId="1076"/>
          <ac:spMkLst>
            <pc:docMk/>
            <pc:sldMk cId="2461667626" sldId="262"/>
            <ac:spMk id="5" creationId="{BB58C1FF-4114-EAC8-1D12-5C3B2960CCAF}"/>
          </ac:spMkLst>
        </pc:spChg>
      </pc:sldChg>
      <pc:sldChg chg="addSp modSp new mod">
        <pc:chgData name="Daria Gladkykh" userId="24941765aa6cf21a" providerId="LiveId" clId="{62F344CA-1556-44BF-8AA0-44F6F78B089D}" dt="2025-10-22T07:26:18.243" v="88" actId="255"/>
        <pc:sldMkLst>
          <pc:docMk/>
          <pc:sldMk cId="554275720" sldId="263"/>
        </pc:sldMkLst>
        <pc:spChg chg="add mod">
          <ac:chgData name="Daria Gladkykh" userId="24941765aa6cf21a" providerId="LiveId" clId="{62F344CA-1556-44BF-8AA0-44F6F78B089D}" dt="2025-10-22T07:26:18.243" v="88" actId="255"/>
          <ac:spMkLst>
            <pc:docMk/>
            <pc:sldMk cId="554275720" sldId="263"/>
            <ac:spMk id="3" creationId="{81A7426D-B431-5758-1C7C-DC0421B661D4}"/>
          </ac:spMkLst>
        </pc:spChg>
        <pc:spChg chg="add mod">
          <ac:chgData name="Daria Gladkykh" userId="24941765aa6cf21a" providerId="LiveId" clId="{62F344CA-1556-44BF-8AA0-44F6F78B089D}" dt="2025-10-22T07:24:24.220" v="70" actId="20577"/>
          <ac:spMkLst>
            <pc:docMk/>
            <pc:sldMk cId="554275720" sldId="263"/>
            <ac:spMk id="5" creationId="{B582E57C-A179-8320-A8F8-A9B56FB0327C}"/>
          </ac:spMkLst>
        </pc:spChg>
      </pc:sldChg>
      <pc:sldChg chg="addSp modSp new">
        <pc:chgData name="Daria Gladkykh" userId="24941765aa6cf21a" providerId="LiveId" clId="{62F344CA-1556-44BF-8AA0-44F6F78B089D}" dt="2025-10-22T07:22:09.013" v="65"/>
        <pc:sldMkLst>
          <pc:docMk/>
          <pc:sldMk cId="3885744992" sldId="264"/>
        </pc:sldMkLst>
        <pc:picChg chg="add mod">
          <ac:chgData name="Daria Gladkykh" userId="24941765aa6cf21a" providerId="LiveId" clId="{62F344CA-1556-44BF-8AA0-44F6F78B089D}" dt="2025-10-22T07:22:09.013" v="65"/>
          <ac:picMkLst>
            <pc:docMk/>
            <pc:sldMk cId="3885744992" sldId="264"/>
            <ac:picMk id="2" creationId="{E8496E15-24D5-53A7-4F86-DC105EB9C959}"/>
          </ac:picMkLst>
        </pc:picChg>
      </pc:sldChg>
      <pc:sldChg chg="addSp modSp new mod ord">
        <pc:chgData name="Daria Gladkykh" userId="24941765aa6cf21a" providerId="LiveId" clId="{62F344CA-1556-44BF-8AA0-44F6F78B089D}" dt="2025-10-22T07:25:05.789" v="83" actId="1076"/>
        <pc:sldMkLst>
          <pc:docMk/>
          <pc:sldMk cId="3915865597" sldId="265"/>
        </pc:sldMkLst>
        <pc:spChg chg="add mod">
          <ac:chgData name="Daria Gladkykh" userId="24941765aa6cf21a" providerId="LiveId" clId="{62F344CA-1556-44BF-8AA0-44F6F78B089D}" dt="2025-10-22T07:25:05.789" v="83" actId="1076"/>
          <ac:spMkLst>
            <pc:docMk/>
            <pc:sldMk cId="3915865597" sldId="265"/>
            <ac:spMk id="3" creationId="{CB93218E-EDD8-2FE1-1535-38169C9F68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D4F1A-3FFB-AE30-CDAD-4BC8CA03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268FCA-353A-5E24-B08B-5E7D8696A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3DF9C3-F117-C1BC-B8E8-A5B39BFFF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F522F7-9D12-FBE9-F33B-217357BD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9D215-E521-BA1B-841D-653F6A8B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24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9E92F-1041-D7AC-E049-7CEE458A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097EC4-BF4A-659D-9613-A13872760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3B7A79-0C6F-F97C-7A88-10DF44E4A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B4153C-DDB1-4EB7-4E18-CF6F6676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399DE7-EB41-E5DE-8A86-AAE4B43E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59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3492A-704A-76AD-313B-486B85CB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21AFE6-899E-D4C9-2732-84B94C30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EB5C3B-139D-A4AE-8DDC-A4BC819A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5A5500-23DC-99BB-EC1B-04D70FCC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3C038A-71E2-6F80-A8D9-02E9DECD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06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040AB-528C-00AF-BF2C-9D5140FC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16661-8743-C18A-FBE2-2C4F21191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2155AC-C03A-10DE-22BC-B8FF49DAD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DA69FA-B33F-86E3-0659-0E873A70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3020E5-2604-49E0-B1BA-B29A2141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08384A-8704-6C0B-6246-F0431C56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83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3730C-D74F-120E-8D37-5D97E750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0595C9-A081-ED4F-CB91-D42164B3B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833809-59EE-0BC5-2417-133E824A9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CCB7403-E828-46BF-582C-DEE1118FF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919CB7-E4A5-7DD6-0D3F-6A2AACFB7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0B3CEB-04E8-E972-23C7-BB65345D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DC158C6-F625-C750-693E-9021345B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860857-103D-583D-1651-C560F4F38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45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87E1D-C793-8D8A-E17E-B370E9F5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6C666C-1253-91D4-C951-CDCD81E7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34FC9D-B66E-1646-8CEC-E1BD3CD7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27A39B-DD0D-C64F-D076-D2AEC4DA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47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BD699F2-066E-1618-75F0-AC8DDFB2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78F9A7-1F57-4E8C-FB58-F8402D6F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1E6188-1BE1-BB48-F86A-4C171E12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38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D86DAE-40B9-B69B-7335-BA132879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ACA22E-1D75-03D0-9B70-422150C17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72DCF1-452A-4AC7-FDC3-615841072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0439D-EB41-7C25-3A5F-C47C1602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75AC2D-E6FF-64A0-FDF9-161E0B50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8522B5-F975-B4E4-E971-5D3FADC1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71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E41AF-B774-EA30-4D06-AEA1F7DE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3054C53-0BF4-6D95-9D50-70A1C2273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F7113B-F5B4-BAE1-8E15-E8DF3D6ED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A8243E-179A-030E-62B7-5472F3CD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7998B6-15DF-3888-7C0E-27B7E802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7B67B0-9216-7750-5AA7-640034D7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75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23DA1-D2B3-31EA-EA16-F0C1AC21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538477-1B67-0442-C932-C193ACCC4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135215-B1A0-E443-DF51-39A88410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53E5F-CBDC-5682-CDBE-FE612118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3C5D6C-1EBC-6C9E-20C9-B14AAFFC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71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C98B36-757F-F1C1-CA39-5FA7CABCF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F96211-2875-6B8E-28E7-2A3DDA65D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25DA63-B157-C90A-7C27-C1453E1A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82E6C5-3AFC-4CBA-E67B-940CF57B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5B016-E9B4-4E40-A975-3AAE3BDE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5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4521-5E2E-5004-5B6A-A5D5C6473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38D439-AE64-48DC-5729-DF95FA496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50E6D4-286F-569E-8213-B26A67233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D224E-B53C-45D5-85CE-B53F743102C7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2EB20B-2D41-5298-189D-37D47A9B8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234450-F5ED-8C51-B5F9-09983336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AC158-1DB3-4BEB-AF18-C4741312A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33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B24E3C6-092B-3411-2DD1-E596D24D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bracelet for health monitoring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8F9B2B24-F3B4-BC27-DBC9-1DC3FBB0D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Gladkykh Daria, Fateme Hosseini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1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68234-100F-303C-81F2-A54782636172}"/>
              </a:ext>
            </a:extLst>
          </p:cNvPr>
          <p:cNvSpPr txBox="1"/>
          <p:nvPr/>
        </p:nvSpPr>
        <p:spPr>
          <a:xfrm>
            <a:off x="511278" y="1876131"/>
            <a:ext cx="102648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sclerosis is a pathological condition characterized by the replacement of healthy heart muscle (myocardium) with fibrous or scar tissue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results from: Myocardial infarction (heart attack), Chronic ischemia, Myocarditis (inflammation), Degenerative aging processes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scarring impairs the heart's mechanical and electrical functions, leading to serious clinical manifestations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58A8A-CBB5-4941-BC15-718105A7B7C2}"/>
              </a:ext>
            </a:extLst>
          </p:cNvPr>
          <p:cNvSpPr txBox="1"/>
          <p:nvPr/>
        </p:nvSpPr>
        <p:spPr>
          <a:xfrm>
            <a:off x="511278" y="631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Heart Sclerosis (Cardiosclerosis)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7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653D8-9250-1AD8-8447-E06DC8DF0830}"/>
              </a:ext>
            </a:extLst>
          </p:cNvPr>
          <p:cNvSpPr txBox="1"/>
          <p:nvPr/>
        </p:nvSpPr>
        <p:spPr>
          <a:xfrm>
            <a:off x="693174" y="2493605"/>
            <a:ext cx="10805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 develop an AI-powered system that can detect early signs of heart sclerosis using continuous, non-invasive physiological data collected from a smart bracelet.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system will analyze patterns in heart rate variability (HRV), pulse waveform morphology, activity levels, and other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biosignals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anomalies associated with myocardial fibrosis.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3F241-DD4A-7C64-CD6E-D21EC00686E4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82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B80614-EA8C-1354-5327-4DE49AF1FAE9}"/>
              </a:ext>
            </a:extLst>
          </p:cNvPr>
          <p:cNvSpPr txBox="1"/>
          <p:nvPr/>
        </p:nvSpPr>
        <p:spPr>
          <a:xfrm>
            <a:off x="580103" y="1747684"/>
            <a:ext cx="985192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software to collect and stream real-time sensor data from the smart bracelet (T-Watch S3 Plus + MAX30102 PPG sensor)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a pilot study to gather a dataset from volunteers (including healthy individuals and those with known cardiac conditions)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validate an AI/ML model capable of flagging potential indicators of heart sclerosis based on wearable-derived metrics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Correlate clinical symptoms of cardiosclerosis with measurable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biosignals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wearable 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8C1FF-4114-EAC8-1D12-5C3B2960CCAF}"/>
              </a:ext>
            </a:extLst>
          </p:cNvPr>
          <p:cNvSpPr txBox="1"/>
          <p:nvPr/>
        </p:nvSpPr>
        <p:spPr>
          <a:xfrm>
            <a:off x="373625" y="2896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6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A7426D-B431-5758-1C7C-DC0421B661D4}"/>
              </a:ext>
            </a:extLst>
          </p:cNvPr>
          <p:cNvSpPr txBox="1"/>
          <p:nvPr/>
        </p:nvSpPr>
        <p:spPr>
          <a:xfrm>
            <a:off x="838200" y="2300618"/>
            <a:ext cx="10003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detection: Enables timely intervention before heart failure develops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 Non-invasive monitoring for at-risk populations (e.g., post-MI patients, elderly)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healthcare: Continuous monitoring supports proactive management of cardiac health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2E57C-A179-8320-A8F8-A9B56FB0327C}"/>
              </a:ext>
            </a:extLst>
          </p:cNvPr>
          <p:cNvSpPr txBox="1"/>
          <p:nvPr/>
        </p:nvSpPr>
        <p:spPr>
          <a:xfrm>
            <a:off x="838200" y="9365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&amp; Societal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27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496E15-24D5-53A7-4F86-DC105EB9C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6" t="1052" r="3691" b="-1052"/>
          <a:stretch>
            <a:fillRect/>
          </a:stretch>
        </p:blipFill>
        <p:spPr>
          <a:xfrm>
            <a:off x="770782" y="161591"/>
            <a:ext cx="10528590" cy="621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44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93218E-EDD8-2FE1-1535-38169C9F68AF}"/>
              </a:ext>
            </a:extLst>
          </p:cNvPr>
          <p:cNvSpPr txBox="1"/>
          <p:nvPr/>
        </p:nvSpPr>
        <p:spPr>
          <a:xfrm>
            <a:off x="772886" y="28442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We've Done This Week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86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DEF09-20BB-A75F-E792-1898DED736B9}"/>
              </a:ext>
            </a:extLst>
          </p:cNvPr>
          <p:cNvSpPr txBox="1"/>
          <p:nvPr/>
        </p:nvSpPr>
        <p:spPr>
          <a:xfrm>
            <a:off x="381000" y="1721833"/>
            <a:ext cx="11430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extensive research on publicly available PPG, HRV, and Accelerometer datasets.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 multi-tier strategy prioritizing Foundation Training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PulseDB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 by Motion Artifact Handling PPG-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Began setup and preprocessing of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PulseDB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 dataset in parallel with hardware integration to maximize model training efficiency.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to transition to our own collected data once the wrist-worn hardware is operational to fine-tune the final classification model.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F5C72-4E3E-0B52-BD1D-7FC00210D5CD}"/>
              </a:ext>
            </a:extLst>
          </p:cNvPr>
          <p:cNvSpPr txBox="1"/>
          <p:nvPr/>
        </p:nvSpPr>
        <p:spPr>
          <a:xfrm>
            <a:off x="381000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Research &amp; AI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433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B496-2A70-7795-8249-40D24286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F75672-1BF9-A1A6-408F-3C0EBFD272E5}"/>
              </a:ext>
            </a:extLst>
          </p:cNvPr>
          <p:cNvSpPr txBox="1"/>
          <p:nvPr/>
        </p:nvSpPr>
        <p:spPr>
          <a:xfrm>
            <a:off x="381000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DATASET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244C83-867B-3450-E2DC-A9F95284E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047055"/>
              </p:ext>
            </p:extLst>
          </p:nvPr>
        </p:nvGraphicFramePr>
        <p:xfrm>
          <a:off x="225912" y="1449108"/>
          <a:ext cx="11725836" cy="5038198"/>
        </p:xfrm>
        <a:graphic>
          <a:graphicData uri="http://schemas.openxmlformats.org/drawingml/2006/table">
            <a:tbl>
              <a:tblPr/>
              <a:tblGrid>
                <a:gridCol w="2183801">
                  <a:extLst>
                    <a:ext uri="{9D8B030D-6E8A-4147-A177-3AD203B41FA5}">
                      <a16:colId xmlns:a16="http://schemas.microsoft.com/office/drawing/2014/main" val="891728086"/>
                    </a:ext>
                  </a:extLst>
                </a:gridCol>
                <a:gridCol w="2388198">
                  <a:extLst>
                    <a:ext uri="{9D8B030D-6E8A-4147-A177-3AD203B41FA5}">
                      <a16:colId xmlns:a16="http://schemas.microsoft.com/office/drawing/2014/main" val="2142050037"/>
                    </a:ext>
                  </a:extLst>
                </a:gridCol>
                <a:gridCol w="2592593">
                  <a:extLst>
                    <a:ext uri="{9D8B030D-6E8A-4147-A177-3AD203B41FA5}">
                      <a16:colId xmlns:a16="http://schemas.microsoft.com/office/drawing/2014/main" val="21233685"/>
                    </a:ext>
                  </a:extLst>
                </a:gridCol>
                <a:gridCol w="4561244">
                  <a:extLst>
                    <a:ext uri="{9D8B030D-6E8A-4147-A177-3AD203B41FA5}">
                      <a16:colId xmlns:a16="http://schemas.microsoft.com/office/drawing/2014/main" val="1152779939"/>
                    </a:ext>
                  </a:extLst>
                </a:gridCol>
              </a:tblGrid>
              <a:tr h="33673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CA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Dataset</a:t>
                      </a:r>
                      <a:endParaRPr lang="en-CA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Size / Key Feature</a:t>
                      </a:r>
                      <a:endParaRPr lang="en-CA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Justification for Use</a:t>
                      </a:r>
                      <a:endParaRPr lang="en-CA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53"/>
                  </a:ext>
                </a:extLst>
              </a:tr>
              <a:tr h="14191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Foundation Training</a:t>
                      </a:r>
                    </a:p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(Phase 1)</a:t>
                      </a:r>
                      <a:endParaRPr lang="en-CA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PulseDB</a:t>
                      </a:r>
                      <a:endParaRPr lang="en-CA" sz="16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(MIMIC-III/</a:t>
                      </a:r>
                      <a:r>
                        <a:rPr lang="en-CA" sz="16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VitalDB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Derivative)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5,361 subjects / 5.2 Million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pre-cleaned 10-s segments of ECG, PPG, ABP.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ML-Ready Baseline: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Used to train the initial feature extractor and the </a:t>
                      </a: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first disease classifier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using linked MIMIC-III heart failure labels.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285343"/>
                  </a:ext>
                </a:extLst>
              </a:tr>
              <a:tr h="163557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Motion Artifact Handling</a:t>
                      </a:r>
                    </a:p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(Phase 2)</a:t>
                      </a:r>
                      <a:endParaRPr lang="en-CA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PPG-</a:t>
                      </a:r>
                      <a:r>
                        <a:rPr lang="en-CA" sz="16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DaLiA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+ WESAD/</a:t>
                      </a:r>
                      <a:r>
                        <a:rPr lang="en-CA" sz="16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WildPPG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136+ subjects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with synchronized wrist PPG and 3-axis ACC.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Noise Resilience:</a:t>
                      </a:r>
                      <a:r>
                        <a:rPr lang="en-CA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Enables the implementation of synthetic augmentation to adapt the baseline model to the high motion noise of our wrist-worn device.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98665"/>
                  </a:ext>
                </a:extLst>
              </a:tr>
              <a:tr h="163557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Disease Labels &amp; Validation</a:t>
                      </a:r>
                    </a:p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(Phase 3)</a:t>
                      </a:r>
                      <a:endParaRPr lang="en-CA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MIMIC-III Derived Cohort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+ Our Pilot Data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Clinical labels for </a:t>
                      </a: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682 Heart Failure patients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954 controls.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Ground Truth Proxy: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Provides a proven clinical endpoint Heart Failure as the best available proxy for detecting early-stage myocardial fibrosis.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19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047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D24F-68D7-2D00-126F-6E16408B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82FD5E-969F-35FF-26B3-8DFF113C2DB8}"/>
              </a:ext>
            </a:extLst>
          </p:cNvPr>
          <p:cNvSpPr txBox="1"/>
          <p:nvPr/>
        </p:nvSpPr>
        <p:spPr>
          <a:xfrm>
            <a:off x="381000" y="653534"/>
            <a:ext cx="6568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ROADMAP: THE 3-PHASE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E7D1B9-87F2-5EBD-A1B0-31CF500E9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681746"/>
              </p:ext>
            </p:extLst>
          </p:nvPr>
        </p:nvGraphicFramePr>
        <p:xfrm>
          <a:off x="225912" y="1449108"/>
          <a:ext cx="11725836" cy="5038198"/>
        </p:xfrm>
        <a:graphic>
          <a:graphicData uri="http://schemas.openxmlformats.org/drawingml/2006/table">
            <a:tbl>
              <a:tblPr/>
              <a:tblGrid>
                <a:gridCol w="2023512">
                  <a:extLst>
                    <a:ext uri="{9D8B030D-6E8A-4147-A177-3AD203B41FA5}">
                      <a16:colId xmlns:a16="http://schemas.microsoft.com/office/drawing/2014/main" val="891728086"/>
                    </a:ext>
                  </a:extLst>
                </a:gridCol>
                <a:gridCol w="2548487">
                  <a:extLst>
                    <a:ext uri="{9D8B030D-6E8A-4147-A177-3AD203B41FA5}">
                      <a16:colId xmlns:a16="http://schemas.microsoft.com/office/drawing/2014/main" val="2142050037"/>
                    </a:ext>
                  </a:extLst>
                </a:gridCol>
                <a:gridCol w="3642001">
                  <a:extLst>
                    <a:ext uri="{9D8B030D-6E8A-4147-A177-3AD203B41FA5}">
                      <a16:colId xmlns:a16="http://schemas.microsoft.com/office/drawing/2014/main" val="21233685"/>
                    </a:ext>
                  </a:extLst>
                </a:gridCol>
                <a:gridCol w="3511836">
                  <a:extLst>
                    <a:ext uri="{9D8B030D-6E8A-4147-A177-3AD203B41FA5}">
                      <a16:colId xmlns:a16="http://schemas.microsoft.com/office/drawing/2014/main" val="1152779939"/>
                    </a:ext>
                  </a:extLst>
                </a:gridCol>
              </a:tblGrid>
              <a:tr h="33673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Focus &amp; Goal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Task &amp; Dataset(s)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Deliverable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53"/>
                  </a:ext>
                </a:extLst>
              </a:tr>
              <a:tr h="14191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1: Foundation &amp; Classification</a:t>
                      </a:r>
                    </a:p>
                    <a:p>
                      <a:pPr algn="ctr" rtl="0">
                        <a:buNone/>
                      </a:pPr>
                      <a:r>
                        <a:rPr lang="en-CA" sz="14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(Current Focus)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GOAL: 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Establish the ideal feature extraction and initial disease detection logic.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Train on </a:t>
                      </a:r>
                      <a:r>
                        <a:rPr lang="en-CA" sz="16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PulseDB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label a subset using the </a:t>
                      </a: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MIMIC-III Derived HF Cohort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Initial Disease Classifier &amp; Feature Extractor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285343"/>
                  </a:ext>
                </a:extLst>
              </a:tr>
              <a:tr h="163557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2: Motion Artifact Handling</a:t>
                      </a:r>
                      <a:endParaRPr lang="en-CA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GOAL: 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Adapt the Phase 1 model for real-world wrist-worn usage.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Implement </a:t>
                      </a: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Synthetic Augmentation 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using ACC data from PPG-</a:t>
                      </a:r>
                      <a:r>
                        <a:rPr lang="en-CA" sz="1600" b="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DaLiA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Motion Artifact Removal Module</a:t>
                      </a:r>
                    </a:p>
                    <a:p>
                      <a:pPr algn="ctr" rtl="0">
                        <a:buNone/>
                      </a:pP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(Model is now wrist-robust)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98665"/>
                  </a:ext>
                </a:extLst>
              </a:tr>
              <a:tr h="163557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3: Final Validation &amp; Deployment</a:t>
                      </a:r>
                      <a:endParaRPr lang="en-CA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GOAL: 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Test the motion-robust model against custom data and finalize performance metrics.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buNone/>
                      </a:pP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A) Collect </a:t>
                      </a: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Our Pilot Data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  <a:p>
                      <a:pPr marL="0" indent="0" algn="ctr" rtl="0">
                        <a:buNone/>
                      </a:pP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B) Fine-tune and validate against the </a:t>
                      </a: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HF</a:t>
                      </a:r>
                      <a:r>
                        <a:rPr lang="en-CA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cohort.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Final Binary Classification Algorithm </a:t>
                      </a:r>
                      <a:r>
                        <a:rPr lang="en-CA" sz="16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for Heart Sclerosis Risk</a:t>
                      </a:r>
                    </a:p>
                  </a:txBody>
                  <a:tcPr marL="78074" marR="78074" marT="52049" marB="52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19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939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708F26-FF27-7837-78F2-9C7EF1317ABA}"/>
              </a:ext>
            </a:extLst>
          </p:cNvPr>
          <p:cNvSpPr txBox="1"/>
          <p:nvPr/>
        </p:nvSpPr>
        <p:spPr>
          <a:xfrm>
            <a:off x="424543" y="1993976"/>
            <a:ext cx="103523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received the T-Watch devices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the built-in accelerometer for activity tracking and movement detection(in progress)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external MAX30102 PPG sensor for heart rate monitoring (in progress)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placement: Mounted on wrist underside (radial artery position) via I²C connection with proper shielding and strain relief for 48-hour continuous wear (only on paper)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C7AD8-D7C3-4E84-01FF-5634A0567D2C}"/>
              </a:ext>
            </a:extLst>
          </p:cNvPr>
          <p:cNvSpPr txBox="1"/>
          <p:nvPr/>
        </p:nvSpPr>
        <p:spPr>
          <a:xfrm>
            <a:off x="250371" y="1013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Progress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T-Watch S3 Plus - Received &amp; Setup in Progress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832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C1B28D-682F-7470-5BB8-68DEF75EDC02}"/>
              </a:ext>
            </a:extLst>
          </p:cNvPr>
          <p:cNvSpPr txBox="1"/>
          <p:nvPr/>
        </p:nvSpPr>
        <p:spPr>
          <a:xfrm>
            <a:off x="914400" y="2105561"/>
            <a:ext cx="869768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Continuous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transmission drains battery too quickly for 48-hour monitoring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Local data storage on device memory during the entire monitoring period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transfer: After 48 hours, patient uses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upload all collected data to server in one session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Bracelet operates for full 48 hours without recharging, ensuring uninterrupted diagnostic data collection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53DAE-C5D1-BFFC-EBEF-D4E9B9BEC641}"/>
              </a:ext>
            </a:extLst>
          </p:cNvPr>
          <p:cNvSpPr txBox="1"/>
          <p:nvPr/>
        </p:nvSpPr>
        <p:spPr>
          <a:xfrm>
            <a:off x="413657" y="5476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Battery Life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7868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793</Words>
  <Application>Microsoft Macintosh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Google Sans Text</vt:lpstr>
      <vt:lpstr>Times New Roman</vt:lpstr>
      <vt:lpstr>Тема Office</vt:lpstr>
      <vt:lpstr>AI bracelet for health monitoring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Daria Gladkykh</dc:creator>
  <cp:lastModifiedBy>FATEME HOSSEINI</cp:lastModifiedBy>
  <cp:revision>15</cp:revision>
  <dcterms:created xsi:type="dcterms:W3CDTF">2025-10-22T06:30:46Z</dcterms:created>
  <dcterms:modified xsi:type="dcterms:W3CDTF">2025-10-22T13:39:16Z</dcterms:modified>
</cp:coreProperties>
</file>