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61" r:id="rId7"/>
    <p:sldId id="260" r:id="rId8"/>
    <p:sldId id="258" r:id="rId9"/>
    <p:sldId id="259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F51685-94D0-4EFE-BA8D-D5ECA97538AA}" v="42" dt="2025-10-12T10:53:22.8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ia Gladkykh" userId="24941765aa6cf21a" providerId="LiveId" clId="{62F344CA-1556-44BF-8AA0-44F6F78B089D}"/>
    <pc:docChg chg="undo custSel addSld delSld modSld">
      <pc:chgData name="Daria Gladkykh" userId="24941765aa6cf21a" providerId="LiveId" clId="{62F344CA-1556-44BF-8AA0-44F6F78B089D}" dt="2025-10-12T11:12:41.888" v="326" actId="732"/>
      <pc:docMkLst>
        <pc:docMk/>
      </pc:docMkLst>
      <pc:sldChg chg="modSp new mod">
        <pc:chgData name="Daria Gladkykh" userId="24941765aa6cf21a" providerId="LiveId" clId="{62F344CA-1556-44BF-8AA0-44F6F78B089D}" dt="2025-10-10T16:29:52.715" v="161" actId="2711"/>
        <pc:sldMkLst>
          <pc:docMk/>
          <pc:sldMk cId="2623025752" sldId="256"/>
        </pc:sldMkLst>
        <pc:spChg chg="mod">
          <ac:chgData name="Daria Gladkykh" userId="24941765aa6cf21a" providerId="LiveId" clId="{62F344CA-1556-44BF-8AA0-44F6F78B089D}" dt="2025-10-10T16:29:52.715" v="161" actId="2711"/>
          <ac:spMkLst>
            <pc:docMk/>
            <pc:sldMk cId="2623025752" sldId="256"/>
            <ac:spMk id="2" creationId="{B2EA3C0A-9A69-3DBA-3427-BFFE32C557AB}"/>
          </ac:spMkLst>
        </pc:spChg>
        <pc:spChg chg="mod">
          <ac:chgData name="Daria Gladkykh" userId="24941765aa6cf21a" providerId="LiveId" clId="{62F344CA-1556-44BF-8AA0-44F6F78B089D}" dt="2025-10-10T16:29:49.166" v="160" actId="2711"/>
          <ac:spMkLst>
            <pc:docMk/>
            <pc:sldMk cId="2623025752" sldId="256"/>
            <ac:spMk id="3" creationId="{704D644B-2734-D983-05AD-03DC74C362E9}"/>
          </ac:spMkLst>
        </pc:spChg>
      </pc:sldChg>
      <pc:sldChg chg="addSp delSp modSp new mod">
        <pc:chgData name="Daria Gladkykh" userId="24941765aa6cf21a" providerId="LiveId" clId="{62F344CA-1556-44BF-8AA0-44F6F78B089D}" dt="2025-10-12T09:49:51.095" v="249" actId="1076"/>
        <pc:sldMkLst>
          <pc:docMk/>
          <pc:sldMk cId="396364723" sldId="257"/>
        </pc:sldMkLst>
        <pc:spChg chg="add">
          <ac:chgData name="Daria Gladkykh" userId="24941765aa6cf21a" providerId="LiveId" clId="{62F344CA-1556-44BF-8AA0-44F6F78B089D}" dt="2025-10-10T16:17:04.416" v="39" actId="22"/>
          <ac:spMkLst>
            <pc:docMk/>
            <pc:sldMk cId="396364723" sldId="257"/>
            <ac:spMk id="3" creationId="{73EC641D-3CE1-3634-76C5-88A54CE4F0AC}"/>
          </ac:spMkLst>
        </pc:spChg>
        <pc:spChg chg="add del">
          <ac:chgData name="Daria Gladkykh" userId="24941765aa6cf21a" providerId="LiveId" clId="{62F344CA-1556-44BF-8AA0-44F6F78B089D}" dt="2025-10-11T16:19:22.761" v="165" actId="22"/>
          <ac:spMkLst>
            <pc:docMk/>
            <pc:sldMk cId="396364723" sldId="257"/>
            <ac:spMk id="4" creationId="{D5D89EB7-7769-4AC0-0B6E-568A97CEAA4D}"/>
          </ac:spMkLst>
        </pc:spChg>
        <pc:spChg chg="add del mod">
          <ac:chgData name="Daria Gladkykh" userId="24941765aa6cf21a" providerId="LiveId" clId="{62F344CA-1556-44BF-8AA0-44F6F78B089D}" dt="2025-10-11T16:20:20.587" v="174" actId="478"/>
          <ac:spMkLst>
            <pc:docMk/>
            <pc:sldMk cId="396364723" sldId="257"/>
            <ac:spMk id="7" creationId="{58A84733-3FDF-0245-1F34-6632A2532AE6}"/>
          </ac:spMkLst>
        </pc:spChg>
        <pc:spChg chg="add mod">
          <ac:chgData name="Daria Gladkykh" userId="24941765aa6cf21a" providerId="LiveId" clId="{62F344CA-1556-44BF-8AA0-44F6F78B089D}" dt="2025-10-12T09:39:52.795" v="235" actId="14100"/>
          <ac:spMkLst>
            <pc:docMk/>
            <pc:sldMk cId="396364723" sldId="257"/>
            <ac:spMk id="9" creationId="{FB41EA0E-15A0-4C38-3C58-11D950812234}"/>
          </ac:spMkLst>
        </pc:spChg>
        <pc:spChg chg="add mod">
          <ac:chgData name="Daria Gladkykh" userId="24941765aa6cf21a" providerId="LiveId" clId="{62F344CA-1556-44BF-8AA0-44F6F78B089D}" dt="2025-10-11T16:21:15.062" v="213" actId="6549"/>
          <ac:spMkLst>
            <pc:docMk/>
            <pc:sldMk cId="396364723" sldId="257"/>
            <ac:spMk id="11" creationId="{D7DD138F-CCFC-EFB0-AD51-80872A39EC43}"/>
          </ac:spMkLst>
        </pc:spChg>
        <pc:spChg chg="add mod">
          <ac:chgData name="Daria Gladkykh" userId="24941765aa6cf21a" providerId="LiveId" clId="{62F344CA-1556-44BF-8AA0-44F6F78B089D}" dt="2025-10-12T09:49:51.095" v="249" actId="1076"/>
          <ac:spMkLst>
            <pc:docMk/>
            <pc:sldMk cId="396364723" sldId="257"/>
            <ac:spMk id="13" creationId="{4B552593-B357-B3E4-1D9F-10A7CBD72100}"/>
          </ac:spMkLst>
        </pc:spChg>
        <pc:picChg chg="add mod">
          <ac:chgData name="Daria Gladkykh" userId="24941765aa6cf21a" providerId="LiveId" clId="{62F344CA-1556-44BF-8AA0-44F6F78B089D}" dt="2025-10-12T09:49:15.569" v="239" actId="1076"/>
          <ac:picMkLst>
            <pc:docMk/>
            <pc:sldMk cId="396364723" sldId="257"/>
            <ac:picMk id="1026" creationId="{6F30830F-BF7B-EB52-9F85-58B767405400}"/>
          </ac:picMkLst>
        </pc:picChg>
      </pc:sldChg>
      <pc:sldChg chg="addSp delSp modSp add mod">
        <pc:chgData name="Daria Gladkykh" userId="24941765aa6cf21a" providerId="LiveId" clId="{62F344CA-1556-44BF-8AA0-44F6F78B089D}" dt="2025-10-10T16:27:04.408" v="123" actId="1076"/>
        <pc:sldMkLst>
          <pc:docMk/>
          <pc:sldMk cId="2824601045" sldId="258"/>
        </pc:sldMkLst>
        <pc:spChg chg="add mod">
          <ac:chgData name="Daria Gladkykh" userId="24941765aa6cf21a" providerId="LiveId" clId="{62F344CA-1556-44BF-8AA0-44F6F78B089D}" dt="2025-10-10T16:24:15.680" v="105" actId="12"/>
          <ac:spMkLst>
            <pc:docMk/>
            <pc:sldMk cId="2824601045" sldId="258"/>
            <ac:spMk id="4" creationId="{B83CAA17-71B7-4C21-44F0-1EB509A9F19D}"/>
          </ac:spMkLst>
        </pc:spChg>
        <pc:spChg chg="mod">
          <ac:chgData name="Daria Gladkykh" userId="24941765aa6cf21a" providerId="LiveId" clId="{62F344CA-1556-44BF-8AA0-44F6F78B089D}" dt="2025-10-10T16:22:22.814" v="82" actId="14100"/>
          <ac:spMkLst>
            <pc:docMk/>
            <pc:sldMk cId="2824601045" sldId="258"/>
            <ac:spMk id="9" creationId="{BFD09945-275E-4DA4-80E6-93A53FF515AA}"/>
          </ac:spMkLst>
        </pc:spChg>
        <pc:spChg chg="add mod">
          <ac:chgData name="Daria Gladkykh" userId="24941765aa6cf21a" providerId="LiveId" clId="{62F344CA-1556-44BF-8AA0-44F6F78B089D}" dt="2025-10-10T16:26:38.863" v="115" actId="20577"/>
          <ac:spMkLst>
            <pc:docMk/>
            <pc:sldMk cId="2824601045" sldId="258"/>
            <ac:spMk id="10" creationId="{639E5E61-2C10-A0E4-EC3E-133C5EC29583}"/>
          </ac:spMkLst>
        </pc:spChg>
        <pc:spChg chg="mod">
          <ac:chgData name="Daria Gladkykh" userId="24941765aa6cf21a" providerId="LiveId" clId="{62F344CA-1556-44BF-8AA0-44F6F78B089D}" dt="2025-10-10T16:23:42.125" v="87" actId="1076"/>
          <ac:spMkLst>
            <pc:docMk/>
            <pc:sldMk cId="2824601045" sldId="258"/>
            <ac:spMk id="11" creationId="{4143898B-E3A1-7DC6-DA66-70D35E703306}"/>
          </ac:spMkLst>
        </pc:spChg>
        <pc:spChg chg="add mod">
          <ac:chgData name="Daria Gladkykh" userId="24941765aa6cf21a" providerId="LiveId" clId="{62F344CA-1556-44BF-8AA0-44F6F78B089D}" dt="2025-10-10T16:27:04.408" v="123" actId="1076"/>
          <ac:spMkLst>
            <pc:docMk/>
            <pc:sldMk cId="2824601045" sldId="258"/>
            <ac:spMk id="16" creationId="{1EB0A4BC-7363-F966-BDF1-063B228BF172}"/>
          </ac:spMkLst>
        </pc:spChg>
      </pc:sldChg>
      <pc:sldChg chg="delSp modSp add mod">
        <pc:chgData name="Daria Gladkykh" userId="24941765aa6cf21a" providerId="LiveId" clId="{62F344CA-1556-44BF-8AA0-44F6F78B089D}" dt="2025-10-10T16:28:49.108" v="136" actId="12"/>
        <pc:sldMkLst>
          <pc:docMk/>
          <pc:sldMk cId="2663472952" sldId="259"/>
        </pc:sldMkLst>
        <pc:spChg chg="mod">
          <ac:chgData name="Daria Gladkykh" userId="24941765aa6cf21a" providerId="LiveId" clId="{62F344CA-1556-44BF-8AA0-44F6F78B089D}" dt="2025-10-10T16:27:23.695" v="126" actId="14100"/>
          <ac:spMkLst>
            <pc:docMk/>
            <pc:sldMk cId="2663472952" sldId="259"/>
            <ac:spMk id="9" creationId="{1A058EE2-F43B-572A-3F40-37660CBD17F4}"/>
          </ac:spMkLst>
        </pc:spChg>
        <pc:spChg chg="mod">
          <ac:chgData name="Daria Gladkykh" userId="24941765aa6cf21a" providerId="LiveId" clId="{62F344CA-1556-44BF-8AA0-44F6F78B089D}" dt="2025-10-10T16:28:49.108" v="136" actId="12"/>
          <ac:spMkLst>
            <pc:docMk/>
            <pc:sldMk cId="2663472952" sldId="259"/>
            <ac:spMk id="11" creationId="{2189F81B-B16E-1597-2342-DD43DE07E7DF}"/>
          </ac:spMkLst>
        </pc:spChg>
      </pc:sldChg>
      <pc:sldChg chg="add">
        <pc:chgData name="Daria Gladkykh" userId="24941765aa6cf21a" providerId="LiveId" clId="{62F344CA-1556-44BF-8AA0-44F6F78B089D}" dt="2025-10-11T16:19:04.874" v="162" actId="2890"/>
        <pc:sldMkLst>
          <pc:docMk/>
          <pc:sldMk cId="4086025791" sldId="260"/>
        </pc:sldMkLst>
      </pc:sldChg>
      <pc:sldChg chg="modSp mod">
        <pc:chgData name="Daria Gladkykh" userId="24941765aa6cf21a" providerId="LiveId" clId="{62F344CA-1556-44BF-8AA0-44F6F78B089D}" dt="2025-10-12T10:54:45.338" v="320" actId="12"/>
        <pc:sldMkLst>
          <pc:docMk/>
          <pc:sldMk cId="3061127445" sldId="261"/>
        </pc:sldMkLst>
        <pc:spChg chg="mod">
          <ac:chgData name="Daria Gladkykh" userId="24941765aa6cf21a" providerId="LiveId" clId="{62F344CA-1556-44BF-8AA0-44F6F78B089D}" dt="2025-10-12T10:53:45.333" v="309" actId="14100"/>
          <ac:spMkLst>
            <pc:docMk/>
            <pc:sldMk cId="3061127445" sldId="261"/>
            <ac:spMk id="9" creationId="{0A67E0DD-63F4-C881-A949-322C509FC9B7}"/>
          </ac:spMkLst>
        </pc:spChg>
        <pc:spChg chg="mod">
          <ac:chgData name="Daria Gladkykh" userId="24941765aa6cf21a" providerId="LiveId" clId="{62F344CA-1556-44BF-8AA0-44F6F78B089D}" dt="2025-10-12T10:54:45.338" v="320" actId="12"/>
          <ac:spMkLst>
            <pc:docMk/>
            <pc:sldMk cId="3061127445" sldId="261"/>
            <ac:spMk id="13" creationId="{EE866835-9CDD-41C1-598E-6885395EEB23}"/>
          </ac:spMkLst>
        </pc:spChg>
      </pc:sldChg>
      <pc:sldChg chg="delSp modSp add mod">
        <pc:chgData name="Daria Gladkykh" userId="24941765aa6cf21a" providerId="LiveId" clId="{62F344CA-1556-44BF-8AA0-44F6F78B089D}" dt="2025-10-11T16:22:17.885" v="229" actId="20577"/>
        <pc:sldMkLst>
          <pc:docMk/>
          <pc:sldMk cId="3969870362" sldId="261"/>
        </pc:sldMkLst>
        <pc:spChg chg="mod">
          <ac:chgData name="Daria Gladkykh" userId="24941765aa6cf21a" providerId="LiveId" clId="{62F344CA-1556-44BF-8AA0-44F6F78B089D}" dt="2025-10-11T16:21:50.598" v="222" actId="1076"/>
          <ac:spMkLst>
            <pc:docMk/>
            <pc:sldMk cId="3969870362" sldId="261"/>
            <ac:spMk id="9" creationId="{47AB1F91-0791-003A-E623-787A2C28CD3B}"/>
          </ac:spMkLst>
        </pc:spChg>
        <pc:spChg chg="del mod">
          <ac:chgData name="Daria Gladkykh" userId="24941765aa6cf21a" providerId="LiveId" clId="{62F344CA-1556-44BF-8AA0-44F6F78B089D}" dt="2025-10-11T16:21:36.249" v="217" actId="478"/>
          <ac:spMkLst>
            <pc:docMk/>
            <pc:sldMk cId="3969870362" sldId="261"/>
            <ac:spMk id="11" creationId="{C870AA4E-6039-8A3A-9E0C-F98FC4223811}"/>
          </ac:spMkLst>
        </pc:spChg>
        <pc:spChg chg="mod">
          <ac:chgData name="Daria Gladkykh" userId="24941765aa6cf21a" providerId="LiveId" clId="{62F344CA-1556-44BF-8AA0-44F6F78B089D}" dt="2025-10-11T16:22:17.885" v="229" actId="20577"/>
          <ac:spMkLst>
            <pc:docMk/>
            <pc:sldMk cId="3969870362" sldId="261"/>
            <ac:spMk id="13" creationId="{D69C0A84-F06D-E9A9-D358-DBDDB1A00268}"/>
          </ac:spMkLst>
        </pc:spChg>
      </pc:sldChg>
      <pc:sldChg chg="add del">
        <pc:chgData name="Daria Gladkykh" userId="24941765aa6cf21a" providerId="LiveId" clId="{62F344CA-1556-44BF-8AA0-44F6F78B089D}" dt="2025-10-12T09:39:44.410" v="231" actId="47"/>
        <pc:sldMkLst>
          <pc:docMk/>
          <pc:sldMk cId="3281897798" sldId="262"/>
        </pc:sldMkLst>
      </pc:sldChg>
      <pc:sldChg chg="addSp modSp add mod">
        <pc:chgData name="Daria Gladkykh" userId="24941765aa6cf21a" providerId="LiveId" clId="{62F344CA-1556-44BF-8AA0-44F6F78B089D}" dt="2025-10-12T09:51:39.491" v="263" actId="1076"/>
        <pc:sldMkLst>
          <pc:docMk/>
          <pc:sldMk cId="3371331203" sldId="262"/>
        </pc:sldMkLst>
        <pc:spChg chg="add mod">
          <ac:chgData name="Daria Gladkykh" userId="24941765aa6cf21a" providerId="LiveId" clId="{62F344CA-1556-44BF-8AA0-44F6F78B089D}" dt="2025-10-12T09:50:35.764" v="257" actId="1076"/>
          <ac:spMkLst>
            <pc:docMk/>
            <pc:sldMk cId="3371331203" sldId="262"/>
            <ac:spMk id="4" creationId="{97882A48-51DD-6D76-67BD-A7D7C43643D7}"/>
          </ac:spMkLst>
        </pc:spChg>
        <pc:spChg chg="mod">
          <ac:chgData name="Daria Gladkykh" userId="24941765aa6cf21a" providerId="LiveId" clId="{62F344CA-1556-44BF-8AA0-44F6F78B089D}" dt="2025-10-12T09:50:04.257" v="250"/>
          <ac:spMkLst>
            <pc:docMk/>
            <pc:sldMk cId="3371331203" sldId="262"/>
            <ac:spMk id="9" creationId="{F856F0B2-16EB-3253-3E61-FFA9B54ED416}"/>
          </ac:spMkLst>
        </pc:spChg>
        <pc:spChg chg="mod">
          <ac:chgData name="Daria Gladkykh" userId="24941765aa6cf21a" providerId="LiveId" clId="{62F344CA-1556-44BF-8AA0-44F6F78B089D}" dt="2025-10-12T09:51:39.491" v="263" actId="1076"/>
          <ac:spMkLst>
            <pc:docMk/>
            <pc:sldMk cId="3371331203" sldId="262"/>
            <ac:spMk id="13" creationId="{97F363B1-E247-C33B-FF0E-C0997D606E50}"/>
          </ac:spMkLst>
        </pc:spChg>
      </pc:sldChg>
      <pc:sldChg chg="delSp modSp add mod">
        <pc:chgData name="Daria Gladkykh" userId="24941765aa6cf21a" providerId="LiveId" clId="{62F344CA-1556-44BF-8AA0-44F6F78B089D}" dt="2025-10-12T09:52:35.887" v="274" actId="115"/>
        <pc:sldMkLst>
          <pc:docMk/>
          <pc:sldMk cId="2401107269" sldId="263"/>
        </pc:sldMkLst>
        <pc:spChg chg="del">
          <ac:chgData name="Daria Gladkykh" userId="24941765aa6cf21a" providerId="LiveId" clId="{62F344CA-1556-44BF-8AA0-44F6F78B089D}" dt="2025-10-12T09:51:34.968" v="262" actId="478"/>
          <ac:spMkLst>
            <pc:docMk/>
            <pc:sldMk cId="2401107269" sldId="263"/>
            <ac:spMk id="4" creationId="{9ABE6B40-87BD-2B76-1565-368C585E9FB7}"/>
          </ac:spMkLst>
        </pc:spChg>
        <pc:spChg chg="mod">
          <ac:chgData name="Daria Gladkykh" userId="24941765aa6cf21a" providerId="LiveId" clId="{62F344CA-1556-44BF-8AA0-44F6F78B089D}" dt="2025-10-12T09:51:33.477" v="261"/>
          <ac:spMkLst>
            <pc:docMk/>
            <pc:sldMk cId="2401107269" sldId="263"/>
            <ac:spMk id="9" creationId="{B695208A-68A7-C6F8-AEE7-2B5E98972797}"/>
          </ac:spMkLst>
        </pc:spChg>
        <pc:spChg chg="mod">
          <ac:chgData name="Daria Gladkykh" userId="24941765aa6cf21a" providerId="LiveId" clId="{62F344CA-1556-44BF-8AA0-44F6F78B089D}" dt="2025-10-12T09:52:35.887" v="274" actId="115"/>
          <ac:spMkLst>
            <pc:docMk/>
            <pc:sldMk cId="2401107269" sldId="263"/>
            <ac:spMk id="13" creationId="{2A9309AD-A2BE-2EA5-9CE6-6EA5C9FF1C18}"/>
          </ac:spMkLst>
        </pc:spChg>
      </pc:sldChg>
      <pc:sldChg chg="addSp delSp modSp add del mod">
        <pc:chgData name="Daria Gladkykh" userId="24941765aa6cf21a" providerId="LiveId" clId="{62F344CA-1556-44BF-8AA0-44F6F78B089D}" dt="2025-10-12T11:09:16.360" v="321" actId="47"/>
        <pc:sldMkLst>
          <pc:docMk/>
          <pc:sldMk cId="159056639" sldId="264"/>
        </pc:sldMkLst>
        <pc:spChg chg="mod">
          <ac:chgData name="Daria Gladkykh" userId="24941765aa6cf21a" providerId="LiveId" clId="{62F344CA-1556-44BF-8AA0-44F6F78B089D}" dt="2025-10-12T09:55:39.111" v="278" actId="14100"/>
          <ac:spMkLst>
            <pc:docMk/>
            <pc:sldMk cId="159056639" sldId="264"/>
            <ac:spMk id="9" creationId="{EC9230E9-C7D5-051E-AEE6-1B1E640D71BF}"/>
          </ac:spMkLst>
        </pc:spChg>
        <pc:spChg chg="del">
          <ac:chgData name="Daria Gladkykh" userId="24941765aa6cf21a" providerId="LiveId" clId="{62F344CA-1556-44BF-8AA0-44F6F78B089D}" dt="2025-10-12T09:55:33.246" v="276" actId="478"/>
          <ac:spMkLst>
            <pc:docMk/>
            <pc:sldMk cId="159056639" sldId="264"/>
            <ac:spMk id="13" creationId="{F8F5F517-4D7B-F391-07DA-620EB645F56A}"/>
          </ac:spMkLst>
        </pc:spChg>
        <pc:graphicFrameChg chg="add mod modGraphic">
          <ac:chgData name="Daria Gladkykh" userId="24941765aa6cf21a" providerId="LiveId" clId="{62F344CA-1556-44BF-8AA0-44F6F78B089D}" dt="2025-10-12T10:53:29.757" v="307" actId="122"/>
          <ac:graphicFrameMkLst>
            <pc:docMk/>
            <pc:sldMk cId="159056639" sldId="264"/>
            <ac:graphicFrameMk id="2" creationId="{5814F41C-AC69-34B0-1E10-67CCC6378B13}"/>
          </ac:graphicFrameMkLst>
        </pc:graphicFrameChg>
      </pc:sldChg>
      <pc:sldChg chg="addSp modSp new mod">
        <pc:chgData name="Daria Gladkykh" userId="24941765aa6cf21a" providerId="LiveId" clId="{62F344CA-1556-44BF-8AA0-44F6F78B089D}" dt="2025-10-12T11:12:41.888" v="326" actId="732"/>
        <pc:sldMkLst>
          <pc:docMk/>
          <pc:sldMk cId="4027809906" sldId="264"/>
        </pc:sldMkLst>
        <pc:picChg chg="add mod modCrop">
          <ac:chgData name="Daria Gladkykh" userId="24941765aa6cf21a" providerId="LiveId" clId="{62F344CA-1556-44BF-8AA0-44F6F78B089D}" dt="2025-10-12T11:12:41.888" v="326" actId="732"/>
          <ac:picMkLst>
            <pc:docMk/>
            <pc:sldMk cId="4027809906" sldId="264"/>
            <ac:picMk id="3" creationId="{80BA6BB0-4CB5-CE4D-ECBD-3861EE512D5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3FDEEF-DBBE-3132-40C9-423ECE26D9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1D2DC44-E76C-9D33-5004-B69A7D142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5278CE-B216-DD51-895D-335CF1AF7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94F7-EBC3-4777-85F1-259E23CCB510}" type="datetimeFigureOut">
              <a:rPr lang="ru-RU" smtClean="0"/>
              <a:t>12.10.2025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C2B433-0073-D020-5199-72E57A3E9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637381-F15A-585B-DBFA-EDC927C7F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B5E4-EF03-4DD3-AB78-3C8809AE38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393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6E6AFC-8E57-AFA2-91D2-6A2CBF38F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F81137-8A80-272F-C17D-5A060BA91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15C175-50B3-827B-DFA3-777650614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94F7-EBC3-4777-85F1-259E23CCB510}" type="datetimeFigureOut">
              <a:rPr lang="ru-RU" smtClean="0"/>
              <a:t>12.10.2025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0DBD89-A9F5-2A61-4996-F6015BC5F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59F860-A6E1-F376-3E75-D4F0D58B9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B5E4-EF03-4DD3-AB78-3C8809AE38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4221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C85509-5200-01B3-73E6-454ECA276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C0E36C3-A3A5-679A-439B-76FD9CB03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3521EC-474D-C074-10D6-90315843B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94F7-EBC3-4777-85F1-259E23CCB510}" type="datetimeFigureOut">
              <a:rPr lang="ru-RU" smtClean="0"/>
              <a:t>12.10.2025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4F701F-A5A4-5257-C33C-7C63A4BA5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F83A70-A7C2-1027-A006-C016996AD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B5E4-EF03-4DD3-AB78-3C8809AE38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895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B2AFF7-9896-B320-7F78-C15072986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8ED368-C286-2832-C2EE-3F18C52326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A3A5AC-DB1F-7808-6F2F-BC91037D45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0DC68CF-E46E-5A9A-3005-BB01A0C26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94F7-EBC3-4777-85F1-259E23CCB510}" type="datetimeFigureOut">
              <a:rPr lang="ru-RU" smtClean="0"/>
              <a:t>12.10.2025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81EADBB-EC52-0BE5-7DD3-9FCDF7C3F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E0855E9-8B13-E5B3-6C22-03494558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B5E4-EF03-4DD3-AB78-3C8809AE38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5567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0BD6A0-7F86-8E0B-FD87-0E43D06F1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261814-3400-582A-4461-1F4BF2B8A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60360E7-BD54-A694-750F-5A0BBDE9DC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37594D9-A449-6003-544C-027358D617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25C4A07-FD3B-9E43-1BF0-B315F71EEE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BCF4F84-05CC-D67C-603B-0F2112F62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94F7-EBC3-4777-85F1-259E23CCB510}" type="datetimeFigureOut">
              <a:rPr lang="ru-RU" smtClean="0"/>
              <a:t>12.10.2025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1D42398-6548-B177-1874-7F4EED762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0DD4E31-1445-D224-5D29-95A0A947B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B5E4-EF03-4DD3-AB78-3C8809AE38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769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DD364F-B8CF-45CC-8898-A0AF00D6C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E8DF83C-21B9-ACF8-E1A0-F21BB98C5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94F7-EBC3-4777-85F1-259E23CCB510}" type="datetimeFigureOut">
              <a:rPr lang="ru-RU" smtClean="0"/>
              <a:t>12.10.2025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ADC3B4D-5F1D-4166-1587-52AFE78E4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E470CB1-E019-A1F8-67AB-10789EAB4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B5E4-EF03-4DD3-AB78-3C8809AE38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9576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F271162-CAB3-3048-0183-0A4D77466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94F7-EBC3-4777-85F1-259E23CCB510}" type="datetimeFigureOut">
              <a:rPr lang="ru-RU" smtClean="0"/>
              <a:t>12.10.2025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187DF80-8FE5-FF4F-C069-9349B5599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62B8524-4059-CC66-E10E-00EC38A19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B5E4-EF03-4DD3-AB78-3C8809AE38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7689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E6C0F8-899F-170B-5AF4-8A2A4A161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156CA3-5F0B-E1BA-0845-6ED388414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55BDB77-37A5-74FB-EB64-A860BBCCD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499A980-A084-4DD1-1D10-5AEF73D9D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94F7-EBC3-4777-85F1-259E23CCB510}" type="datetimeFigureOut">
              <a:rPr lang="ru-RU" smtClean="0"/>
              <a:t>12.10.2025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9BE6649-A0F1-845F-8B6B-94F93299C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1D197BA-9B58-985F-57CA-E38814BC5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B5E4-EF03-4DD3-AB78-3C8809AE38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3534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57F5F-4326-261B-F05D-DA035CCC8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B01B0E3-D414-69AD-D16C-ABB9543CEE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7FF909B-348D-16DA-D74C-162EC18653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3C6AD88-BFC9-E096-5115-9BA4A493A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94F7-EBC3-4777-85F1-259E23CCB510}" type="datetimeFigureOut">
              <a:rPr lang="ru-RU" smtClean="0"/>
              <a:t>12.10.2025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D641BED-E2ED-8099-4B89-F03AD23C6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7158BE4-3F68-4772-A1B1-654C7F680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B5E4-EF03-4DD3-AB78-3C8809AE38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1430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BCD9F4-06D4-A839-FEDB-E80380EF2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A985452-D97D-F0CB-A12F-7005EF6CC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756C58-E6D6-10A4-C9BE-049FA33DB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94F7-EBC3-4777-85F1-259E23CCB510}" type="datetimeFigureOut">
              <a:rPr lang="ru-RU" smtClean="0"/>
              <a:t>12.10.2025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4A7C50-30A1-A54C-701C-BA00FC075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2D8EA6-4E32-C7DC-F093-DD9AE8D95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B5E4-EF03-4DD3-AB78-3C8809AE38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0176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AAF2321-A2DA-CC47-900E-900B33075E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120DC29-F982-C4D5-E512-DA8695E9E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254B23-0F6F-D9C2-BC03-17F659B48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94F7-EBC3-4777-85F1-259E23CCB510}" type="datetimeFigureOut">
              <a:rPr lang="ru-RU" smtClean="0"/>
              <a:t>12.10.2025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2D1085-D5D9-47BB-0879-4E0EB594B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46A053-9609-7AD6-7FDA-1F748843C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B5E4-EF03-4DD3-AB78-3C8809AE38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2763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EEF863-6B0A-E3F4-C99F-BA36B7EAE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941738-D257-4597-3466-03CEF6803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BFC355-902A-6C5D-7392-231F44725C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3E94F7-EBC3-4777-85F1-259E23CCB510}" type="datetimeFigureOut">
              <a:rPr lang="ru-RU" smtClean="0"/>
              <a:t>12.10.2025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67AC5E-05F8-A6AD-0043-F5884ACE64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198110-4294-B08F-4BCB-87FEFC77F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9B5E4-EF03-4DD3-AB78-3C8809AE38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3536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lilygo.cc/products/t-watch-s3-plus?variant=45152211075253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EA3C0A-9A69-3DBA-3427-BFFE32C557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bracelet for health monitoring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04D644B-2734-D983-05AD-03DC74C362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Gladkykh Daria, Fateme Hosseini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025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EC641D-3CE1-3634-76C5-88A54CE4F0AC}"/>
              </a:ext>
            </a:extLst>
          </p:cNvPr>
          <p:cNvSpPr txBox="1"/>
          <p:nvPr/>
        </p:nvSpPr>
        <p:spPr>
          <a:xfrm>
            <a:off x="3048000" y="29721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FFFF"/>
                </a:solidFill>
                <a:effectLst/>
                <a:latin typeface="system-ui"/>
              </a:rPr>
              <a:t>What We’ve Done So Far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41EA0E-15A0-4C38-3C58-11D950812234}"/>
              </a:ext>
            </a:extLst>
          </p:cNvPr>
          <p:cNvSpPr txBox="1"/>
          <p:nvPr/>
        </p:nvSpPr>
        <p:spPr>
          <a:xfrm>
            <a:off x="555171" y="1001877"/>
            <a:ext cx="111360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Heart Sclerosis (Cardiosclerosis)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552593-B357-B3E4-1D9F-10A7CBD72100}"/>
              </a:ext>
            </a:extLst>
          </p:cNvPr>
          <p:cNvSpPr txBox="1"/>
          <p:nvPr/>
        </p:nvSpPr>
        <p:spPr>
          <a:xfrm>
            <a:off x="659268" y="2144877"/>
            <a:ext cx="793568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sclerosis (or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cardiosclerosis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a pathological condition characterized by the replacement of healthy heart muscle (myocardium) with fibrous or scar tissue.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commonly results from: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Myocardial infarction (heart attack)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Chronic ischemia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Myocarditis (inflammation)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Degenerative aging processes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scarring impairs the heart’s mechanical and electrical functions, leading to serious clinical manifestations.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F30830F-BF7B-EB52-9F85-58B767405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1947" y="2694895"/>
            <a:ext cx="2381250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364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D1E1B-E5E8-530A-6437-57EEF40E4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0345DA-E627-892D-C7F7-FFDFCAA74E64}"/>
              </a:ext>
            </a:extLst>
          </p:cNvPr>
          <p:cNvSpPr txBox="1"/>
          <p:nvPr/>
        </p:nvSpPr>
        <p:spPr>
          <a:xfrm>
            <a:off x="3048000" y="29721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FFFF"/>
                </a:solidFill>
                <a:effectLst/>
                <a:latin typeface="system-ui"/>
              </a:rPr>
              <a:t>What We’ve Done So Far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56F0B2-16EB-3253-3E61-FFA9B54ED416}"/>
              </a:ext>
            </a:extLst>
          </p:cNvPr>
          <p:cNvSpPr txBox="1"/>
          <p:nvPr/>
        </p:nvSpPr>
        <p:spPr>
          <a:xfrm>
            <a:off x="555171" y="1001877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F363B1-E247-C33B-FF0E-C0997D606E50}"/>
              </a:ext>
            </a:extLst>
          </p:cNvPr>
          <p:cNvSpPr txBox="1"/>
          <p:nvPr/>
        </p:nvSpPr>
        <p:spPr>
          <a:xfrm>
            <a:off x="625928" y="4104305"/>
            <a:ext cx="109401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will analyze patterns in heart rate variability (HRV), pulse waveform morphology, activity levels, and other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biosignals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anomalies associated with myocardial fibrosis.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882A48-51DD-6D76-67BD-A7D7C43643D7}"/>
              </a:ext>
            </a:extLst>
          </p:cNvPr>
          <p:cNvSpPr txBox="1"/>
          <p:nvPr/>
        </p:nvSpPr>
        <p:spPr>
          <a:xfrm>
            <a:off x="555171" y="2054423"/>
            <a:ext cx="76635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AI-powered system that can detect early signs of heart sclerosis using continuous, non-invasive physiological data collected from a smart bracelet.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331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45780-1E24-24F7-AF9A-150548165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FFA118-EF5F-A6DC-6E2A-50DC393B916F}"/>
              </a:ext>
            </a:extLst>
          </p:cNvPr>
          <p:cNvSpPr txBox="1"/>
          <p:nvPr/>
        </p:nvSpPr>
        <p:spPr>
          <a:xfrm>
            <a:off x="3048000" y="29721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FFFF"/>
                </a:solidFill>
                <a:effectLst/>
                <a:latin typeface="system-ui"/>
              </a:rPr>
              <a:t>What We’ve Done So Far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95208A-68A7-C6F8-AEE7-2B5E98972797}"/>
              </a:ext>
            </a:extLst>
          </p:cNvPr>
          <p:cNvSpPr txBox="1"/>
          <p:nvPr/>
        </p:nvSpPr>
        <p:spPr>
          <a:xfrm>
            <a:off x="555171" y="1001877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Secondary Objectives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9309AD-A2BE-2EA5-9CE6-6EA5C9FF1C18}"/>
              </a:ext>
            </a:extLst>
          </p:cNvPr>
          <p:cNvSpPr txBox="1"/>
          <p:nvPr/>
        </p:nvSpPr>
        <p:spPr>
          <a:xfrm>
            <a:off x="261257" y="2325860"/>
            <a:ext cx="1094014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software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and stream real-time sensor data from the smart bracelet (T-Watch S3 Plus + MAX30102 PPG sensor).</a:t>
            </a:r>
          </a:p>
          <a:p>
            <a:pPr marL="342900" indent="-342900">
              <a:buFont typeface="+mj-lt"/>
              <a:buAutoNum type="arabicPeriod"/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 a pilot study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gather a dataset from volunteers (including healthy individuals and those with known cardiac conditions).</a:t>
            </a:r>
          </a:p>
          <a:p>
            <a:pPr marL="342900" indent="-342900">
              <a:buFont typeface="+mj-lt"/>
              <a:buAutoNum type="arabicPeriod"/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and validate an AI/ML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capable of flagging potential indicators of heart sclerosis based on wearable-derived metrics.</a:t>
            </a:r>
          </a:p>
          <a:p>
            <a:pPr marL="342900" indent="-342900">
              <a:buFont typeface="+mj-lt"/>
              <a:buAutoNum type="arabicPeriod"/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symptoms of cardiosclerosis with measurable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biosignals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wearable sensors (see next slide).</a:t>
            </a:r>
          </a:p>
        </p:txBody>
      </p:sp>
    </p:spTree>
    <p:extLst>
      <p:ext uri="{BB962C8B-B14F-4D97-AF65-F5344CB8AC3E}">
        <p14:creationId xmlns:p14="http://schemas.microsoft.com/office/powerpoint/2010/main" val="2401107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0BA6BB0-4CB5-CE4D-ECBD-3861EE512D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06" t="1052" r="3691" b="-1052"/>
          <a:stretch>
            <a:fillRect/>
          </a:stretch>
        </p:blipFill>
        <p:spPr>
          <a:xfrm>
            <a:off x="770782" y="161591"/>
            <a:ext cx="10528590" cy="6211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809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29DD8-A495-53D6-A7C3-9F24721AB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786F4F-DEA7-F526-D47F-972F4EB6026C}"/>
              </a:ext>
            </a:extLst>
          </p:cNvPr>
          <p:cNvSpPr txBox="1"/>
          <p:nvPr/>
        </p:nvSpPr>
        <p:spPr>
          <a:xfrm>
            <a:off x="3048000" y="29721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FFFF"/>
                </a:solidFill>
                <a:effectLst/>
                <a:latin typeface="system-ui"/>
              </a:rPr>
              <a:t>What We’ve Done So Far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67E0DD-63F4-C881-A949-322C509FC9B7}"/>
              </a:ext>
            </a:extLst>
          </p:cNvPr>
          <p:cNvSpPr txBox="1"/>
          <p:nvPr/>
        </p:nvSpPr>
        <p:spPr>
          <a:xfrm>
            <a:off x="555170" y="1001877"/>
            <a:ext cx="93399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 &amp; Societal Impact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866835-9CDD-41C1-598E-6885395EEB23}"/>
              </a:ext>
            </a:extLst>
          </p:cNvPr>
          <p:cNvSpPr txBox="1"/>
          <p:nvPr/>
        </p:nvSpPr>
        <p:spPr>
          <a:xfrm>
            <a:off x="555171" y="2972191"/>
            <a:ext cx="109401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detection: Enables timely intervention before heart failure develops.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Accessibility:  non-invasive monitoring for at-risk populations (e.g., post-MI patients, elderly).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Preventive healthcare: Continuous monitoring supports proactive management of cardiac health.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127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28EE0-7B29-DB51-7E5F-3085ACE20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6E246F-506A-55F6-ACA9-6AA23238E5EE}"/>
              </a:ext>
            </a:extLst>
          </p:cNvPr>
          <p:cNvSpPr txBox="1"/>
          <p:nvPr/>
        </p:nvSpPr>
        <p:spPr>
          <a:xfrm>
            <a:off x="3048000" y="29721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FFFF"/>
                </a:solidFill>
                <a:effectLst/>
                <a:latin typeface="system-ui"/>
              </a:rPr>
              <a:t>What We’ve Done So Far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49CBB1-EFC2-9B73-290E-C5BB2F36E363}"/>
              </a:ext>
            </a:extLst>
          </p:cNvPr>
          <p:cNvSpPr txBox="1"/>
          <p:nvPr/>
        </p:nvSpPr>
        <p:spPr>
          <a:xfrm>
            <a:off x="3048000" y="29721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FFFF"/>
                </a:solidFill>
                <a:effectLst/>
                <a:latin typeface="system-ui"/>
              </a:rPr>
              <a:t>What We’ve Done So Far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53CB88-5BB1-5B7E-2FC6-705F910F97CC}"/>
              </a:ext>
            </a:extLst>
          </p:cNvPr>
          <p:cNvSpPr txBox="1"/>
          <p:nvPr/>
        </p:nvSpPr>
        <p:spPr>
          <a:xfrm>
            <a:off x="555171" y="337848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We’ve Done So Far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938881-8F10-1106-3E5F-469CE6DD24B8}"/>
              </a:ext>
            </a:extLst>
          </p:cNvPr>
          <p:cNvSpPr txBox="1"/>
          <p:nvPr/>
        </p:nvSpPr>
        <p:spPr>
          <a:xfrm>
            <a:off x="1458685" y="1956528"/>
            <a:ext cx="793568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Ordered the T-Watch S3 Plus (main device)(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link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Received the MAX30102/20 PPG heart sensor (ready to go!)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hardware integration: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 → Connect sensor to watch via I²C (community examples available)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 → Watch supports custom modules → ideal for our use case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633C62-7FEC-0145-D205-5B32AD9917AD}"/>
              </a:ext>
            </a:extLst>
          </p:cNvPr>
          <p:cNvSpPr txBox="1"/>
          <p:nvPr/>
        </p:nvSpPr>
        <p:spPr>
          <a:xfrm>
            <a:off x="1" y="5144478"/>
            <a:ext cx="120287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We’re confident we can interface these two — sensor outputs I²C-compatible data, and the T-Watch has accessible GPIO pins + Arduino support.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025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BA141-1FEA-F851-8C8C-39E308B84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662ECE-EC92-F1DF-3FC3-E67A79CA4C46}"/>
              </a:ext>
            </a:extLst>
          </p:cNvPr>
          <p:cNvSpPr txBox="1"/>
          <p:nvPr/>
        </p:nvSpPr>
        <p:spPr>
          <a:xfrm>
            <a:off x="3048000" y="29721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FFFF"/>
                </a:solidFill>
                <a:effectLst/>
                <a:latin typeface="system-ui"/>
              </a:rPr>
              <a:t>What We’ve Done So Far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76C3B5-3DA6-3D5D-909C-1B9108F3AC05}"/>
              </a:ext>
            </a:extLst>
          </p:cNvPr>
          <p:cNvSpPr txBox="1"/>
          <p:nvPr/>
        </p:nvSpPr>
        <p:spPr>
          <a:xfrm>
            <a:off x="3048000" y="29721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FFFF"/>
                </a:solidFill>
                <a:effectLst/>
                <a:latin typeface="system-ui"/>
              </a:rPr>
              <a:t>What We’ve Done So Far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D09945-275E-4DA4-80E6-93A53FF515AA}"/>
              </a:ext>
            </a:extLst>
          </p:cNvPr>
          <p:cNvSpPr txBox="1"/>
          <p:nvPr/>
        </p:nvSpPr>
        <p:spPr>
          <a:xfrm>
            <a:off x="555171" y="337848"/>
            <a:ext cx="80227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Will All Work Together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43898B-E3A1-7DC6-DA66-70D35E703306}"/>
              </a:ext>
            </a:extLst>
          </p:cNvPr>
          <p:cNvSpPr txBox="1"/>
          <p:nvPr/>
        </p:nvSpPr>
        <p:spPr>
          <a:xfrm>
            <a:off x="555171" y="1542871"/>
            <a:ext cx="79356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Layer: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→ I²C → T-Watch → Wi-Fi/Bluetooth → Server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3CAA17-71B7-4C21-44F0-1EB509A9F19D}"/>
              </a:ext>
            </a:extLst>
          </p:cNvPr>
          <p:cNvSpPr txBox="1"/>
          <p:nvPr/>
        </p:nvSpPr>
        <p:spPr>
          <a:xfrm>
            <a:off x="555171" y="2556692"/>
            <a:ext cx="78050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Firmware (T-Watch):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raw PPG signal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Preprocess: filter noise, average readings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cleaned HR data as JSON over network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9E5E61-2C10-A0E4-EC3E-133C5EC29583}"/>
              </a:ext>
            </a:extLst>
          </p:cNvPr>
          <p:cNvSpPr txBox="1"/>
          <p:nvPr/>
        </p:nvSpPr>
        <p:spPr>
          <a:xfrm>
            <a:off x="555171" y="392042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&amp; Cloud: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Flask/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receives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in SQLite/PostgreSQL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anomaly detection later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B0A4BC-7363-F966-BDF1-063B228BF172}"/>
              </a:ext>
            </a:extLst>
          </p:cNvPr>
          <p:cNvSpPr txBox="1"/>
          <p:nvPr/>
        </p:nvSpPr>
        <p:spPr>
          <a:xfrm>
            <a:off x="555171" y="5391835"/>
            <a:ext cx="50836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Visualization: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 (React/HTML+JS) for real-time HR + alerts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601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54052-30CD-D32F-E214-68E825A18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5F8174-6041-575B-6D7F-23F1595D1F40}"/>
              </a:ext>
            </a:extLst>
          </p:cNvPr>
          <p:cNvSpPr txBox="1"/>
          <p:nvPr/>
        </p:nvSpPr>
        <p:spPr>
          <a:xfrm>
            <a:off x="3048000" y="29721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FFFF"/>
                </a:solidFill>
                <a:effectLst/>
                <a:latin typeface="system-ui"/>
              </a:rPr>
              <a:t>What We’ve Done So Far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058EE2-F43B-572A-3F40-37660CBD17F4}"/>
              </a:ext>
            </a:extLst>
          </p:cNvPr>
          <p:cNvSpPr txBox="1"/>
          <p:nvPr/>
        </p:nvSpPr>
        <p:spPr>
          <a:xfrm>
            <a:off x="555170" y="337848"/>
            <a:ext cx="112558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We’re Doing Now (While Waiting for Bracelet)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89F81B-B16E-1597-2342-DD43DE07E7DF}"/>
              </a:ext>
            </a:extLst>
          </p:cNvPr>
          <p:cNvSpPr txBox="1"/>
          <p:nvPr/>
        </p:nvSpPr>
        <p:spPr>
          <a:xfrm>
            <a:off x="555171" y="1542871"/>
            <a:ext cx="793568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 Next Steps: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up development environment: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PlatformIO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Arduino IDE for T-Watch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sensor with breadboard + Arduino Uno (validate I²C comms)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basic firmware to read sensor → display on watch screen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Mock data transmission to local server (test API endpoints)</a:t>
            </a:r>
          </a:p>
        </p:txBody>
      </p:sp>
    </p:spTree>
    <p:extLst>
      <p:ext uri="{BB962C8B-B14F-4D97-AF65-F5344CB8AC3E}">
        <p14:creationId xmlns:p14="http://schemas.microsoft.com/office/powerpoint/2010/main" val="26634729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535</Words>
  <Application>Microsoft Office PowerPoint</Application>
  <PresentationFormat>Широкоэкранный</PresentationFormat>
  <Paragraphs>56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system-ui</vt:lpstr>
      <vt:lpstr>Times New Roman</vt:lpstr>
      <vt:lpstr>Wingdings</vt:lpstr>
      <vt:lpstr>Тема Office</vt:lpstr>
      <vt:lpstr>AI bracelet for health monitoring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Gladkykh Olena</dc:creator>
  <cp:lastModifiedBy>Daria Gladkykh</cp:lastModifiedBy>
  <cp:revision>2</cp:revision>
  <dcterms:created xsi:type="dcterms:W3CDTF">2025-10-10T16:16:11Z</dcterms:created>
  <dcterms:modified xsi:type="dcterms:W3CDTF">2025-10-12T11:12:44Z</dcterms:modified>
</cp:coreProperties>
</file>